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40" r:id="rId2"/>
    <p:sldMasterId id="2147483702" r:id="rId3"/>
  </p:sldMasterIdLst>
  <p:notesMasterIdLst>
    <p:notesMasterId r:id="rId28"/>
  </p:notesMasterIdLst>
  <p:handoutMasterIdLst>
    <p:handoutMasterId r:id="rId29"/>
  </p:handoutMasterIdLst>
  <p:sldIdLst>
    <p:sldId id="381" r:id="rId4"/>
    <p:sldId id="384" r:id="rId5"/>
    <p:sldId id="408" r:id="rId6"/>
    <p:sldId id="418" r:id="rId7"/>
    <p:sldId id="419" r:id="rId8"/>
    <p:sldId id="420" r:id="rId9"/>
    <p:sldId id="421" r:id="rId10"/>
    <p:sldId id="437" r:id="rId11"/>
    <p:sldId id="422" r:id="rId12"/>
    <p:sldId id="423" r:id="rId13"/>
    <p:sldId id="424" r:id="rId14"/>
    <p:sldId id="425" r:id="rId15"/>
    <p:sldId id="426" r:id="rId16"/>
    <p:sldId id="427" r:id="rId17"/>
    <p:sldId id="428" r:id="rId18"/>
    <p:sldId id="431" r:id="rId19"/>
    <p:sldId id="432" r:id="rId20"/>
    <p:sldId id="433" r:id="rId21"/>
    <p:sldId id="430" r:id="rId22"/>
    <p:sldId id="434" r:id="rId23"/>
    <p:sldId id="436" r:id="rId24"/>
    <p:sldId id="429" r:id="rId25"/>
    <p:sldId id="435" r:id="rId26"/>
    <p:sldId id="40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th Nault" initials="BN" lastIdx="5" clrIdx="0">
    <p:extLst>
      <p:ext uri="{19B8F6BF-5375-455C-9EA6-DF929625EA0E}">
        <p15:presenceInfo xmlns:p15="http://schemas.microsoft.com/office/powerpoint/2012/main" userId="S::beth.nault@thrivent.com::51a02a3a-5cf5-4347-a3b5-f75f7f575620" providerId="AD"/>
      </p:ext>
    </p:extLst>
  </p:cmAuthor>
  <p:cmAuthor id="2" name="Kate Wahoske" initials="KW" lastIdx="51" clrIdx="1">
    <p:extLst>
      <p:ext uri="{19B8F6BF-5375-455C-9EA6-DF929625EA0E}">
        <p15:presenceInfo xmlns:p15="http://schemas.microsoft.com/office/powerpoint/2012/main" userId="S::Kate.Wahoske@Thrivent.com::adfeff95-1e1a-487f-983e-6fe46f7359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723A"/>
    <a:srgbClr val="3D3935"/>
    <a:srgbClr val="53565A"/>
    <a:srgbClr val="75787B"/>
    <a:srgbClr val="97999B"/>
    <a:srgbClr val="CCCCCC"/>
    <a:srgbClr val="E6E6E6"/>
    <a:srgbClr val="999999"/>
    <a:srgbClr val="C7AB75"/>
    <a:srgbClr val="FFAB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C224A-BFDA-9545-ABD8-1C67AF164146}" v="82" dt="2025-11-17T22:05:33.988"/>
  </p1510:revLst>
</p1510:revInfo>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9" autoAdjust="0"/>
    <p:restoredTop sz="96264" autoAdjust="0"/>
  </p:normalViewPr>
  <p:slideViewPr>
    <p:cSldViewPr snapToGrid="0" snapToObjects="1">
      <p:cViewPr varScale="1">
        <p:scale>
          <a:sx n="146" d="100"/>
          <a:sy n="146" d="100"/>
        </p:scale>
        <p:origin x="184" y="352"/>
      </p:cViewPr>
      <p:guideLst>
        <p:guide pos="38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121" d="100"/>
          <a:sy n="121" d="100"/>
        </p:scale>
        <p:origin x="3096"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Trutwin" userId="7aa5f127-37d3-454b-a99f-68e62006a427" providerId="ADAL" clId="{AED17D90-E47C-519E-8F16-34D7D53D0A29}"/>
    <pc:docChg chg="undo custSel addSld delSld modSld modMainMaster">
      <pc:chgData name="Josh Trutwin" userId="7aa5f127-37d3-454b-a99f-68e62006a427" providerId="ADAL" clId="{AED17D90-E47C-519E-8F16-34D7D53D0A29}" dt="2025-11-17T22:05:33.987" v="21761"/>
      <pc:docMkLst>
        <pc:docMk/>
      </pc:docMkLst>
      <pc:sldChg chg="addSp delSp modSp mod">
        <pc:chgData name="Josh Trutwin" userId="7aa5f127-37d3-454b-a99f-68e62006a427" providerId="ADAL" clId="{AED17D90-E47C-519E-8F16-34D7D53D0A29}" dt="2025-11-10T15:23:47.259" v="233" actId="20577"/>
        <pc:sldMkLst>
          <pc:docMk/>
          <pc:sldMk cId="2826354135" sldId="381"/>
        </pc:sldMkLst>
        <pc:spChg chg="mod">
          <ac:chgData name="Josh Trutwin" userId="7aa5f127-37d3-454b-a99f-68e62006a427" providerId="ADAL" clId="{AED17D90-E47C-519E-8F16-34D7D53D0A29}" dt="2025-11-10T15:19:35.902" v="63" actId="255"/>
          <ac:spMkLst>
            <pc:docMk/>
            <pc:sldMk cId="2826354135" sldId="381"/>
            <ac:spMk id="2" creationId="{A73C36C6-A578-3347-B02D-F1E94D444E36}"/>
          </ac:spMkLst>
        </pc:spChg>
        <pc:spChg chg="mod">
          <ac:chgData name="Josh Trutwin" userId="7aa5f127-37d3-454b-a99f-68e62006a427" providerId="ADAL" clId="{AED17D90-E47C-519E-8F16-34D7D53D0A29}" dt="2025-11-10T15:23:47.259" v="233" actId="20577"/>
          <ac:spMkLst>
            <pc:docMk/>
            <pc:sldMk cId="2826354135" sldId="381"/>
            <ac:spMk id="3" creationId="{C644B5F8-3D6F-1140-B6CB-91227D88BD69}"/>
          </ac:spMkLst>
        </pc:spChg>
      </pc:sldChg>
      <pc:sldChg chg="delSp modSp mod">
        <pc:chgData name="Josh Trutwin" userId="7aa5f127-37d3-454b-a99f-68e62006a427" providerId="ADAL" clId="{AED17D90-E47C-519E-8F16-34D7D53D0A29}" dt="2025-11-17T22:05:33.987" v="21761"/>
        <pc:sldMkLst>
          <pc:docMk/>
          <pc:sldMk cId="1756922334" sldId="384"/>
        </pc:sldMkLst>
        <pc:spChg chg="mod">
          <ac:chgData name="Josh Trutwin" userId="7aa5f127-37d3-454b-a99f-68e62006a427" providerId="ADAL" clId="{AED17D90-E47C-519E-8F16-34D7D53D0A29}" dt="2025-11-17T22:05:33.987" v="21761"/>
          <ac:spMkLst>
            <pc:docMk/>
            <pc:sldMk cId="1756922334" sldId="384"/>
            <ac:spMk id="3" creationId="{872E4211-27CA-FA55-CB9C-D7D6634B0A22}"/>
          </ac:spMkLst>
        </pc:spChg>
        <pc:spChg chg="mod">
          <ac:chgData name="Josh Trutwin" userId="7aa5f127-37d3-454b-a99f-68e62006a427" providerId="ADAL" clId="{AED17D90-E47C-519E-8F16-34D7D53D0A29}" dt="2025-11-10T15:23:57.157" v="245" actId="20577"/>
          <ac:spMkLst>
            <pc:docMk/>
            <pc:sldMk cId="1756922334" sldId="384"/>
            <ac:spMk id="12" creationId="{7E867840-23B9-2068-F96F-49612F06BB01}"/>
          </ac:spMkLst>
        </pc:spChg>
      </pc:sldChg>
      <pc:sldChg chg="delSp modSp mod">
        <pc:chgData name="Josh Trutwin" userId="7aa5f127-37d3-454b-a99f-68e62006a427" providerId="ADAL" clId="{AED17D90-E47C-519E-8F16-34D7D53D0A29}" dt="2025-11-11T06:08:31.851" v="15161"/>
        <pc:sldMkLst>
          <pc:docMk/>
          <pc:sldMk cId="1805868540" sldId="401"/>
        </pc:sldMkLst>
        <pc:spChg chg="mod">
          <ac:chgData name="Josh Trutwin" userId="7aa5f127-37d3-454b-a99f-68e62006a427" providerId="ADAL" clId="{AED17D90-E47C-519E-8F16-34D7D53D0A29}" dt="2025-11-11T06:08:31.851" v="15161"/>
          <ac:spMkLst>
            <pc:docMk/>
            <pc:sldMk cId="1805868540" sldId="401"/>
            <ac:spMk id="3" creationId="{32EA9CFB-7B6F-9949-45A0-7EE8214AA8DB}"/>
          </ac:spMkLst>
        </pc:spChg>
      </pc:sldChg>
      <pc:sldChg chg="addSp delSp modSp mod">
        <pc:chgData name="Josh Trutwin" userId="7aa5f127-37d3-454b-a99f-68e62006a427" providerId="ADAL" clId="{AED17D90-E47C-519E-8F16-34D7D53D0A29}" dt="2025-11-11T06:06:05.063" v="14950" actId="478"/>
        <pc:sldMkLst>
          <pc:docMk/>
          <pc:sldMk cId="460369356" sldId="408"/>
        </pc:sldMkLst>
        <pc:spChg chg="mod">
          <ac:chgData name="Josh Trutwin" userId="7aa5f127-37d3-454b-a99f-68e62006a427" providerId="ADAL" clId="{AED17D90-E47C-519E-8F16-34D7D53D0A29}" dt="2025-11-10T15:37:01.366" v="1238" actId="20577"/>
          <ac:spMkLst>
            <pc:docMk/>
            <pc:sldMk cId="460369356" sldId="408"/>
            <ac:spMk id="3" creationId="{E6FE1F5E-D15B-EFA4-E932-62AC01E96F6C}"/>
          </ac:spMkLst>
        </pc:spChg>
        <pc:spChg chg="mod">
          <ac:chgData name="Josh Trutwin" userId="7aa5f127-37d3-454b-a99f-68e62006a427" providerId="ADAL" clId="{AED17D90-E47C-519E-8F16-34D7D53D0A29}" dt="2025-11-10T15:30:50.483" v="1008" actId="20577"/>
          <ac:spMkLst>
            <pc:docMk/>
            <pc:sldMk cId="460369356" sldId="408"/>
            <ac:spMk id="12" creationId="{C91EB1D5-EC3F-F643-6966-37F3743096EB}"/>
          </ac:spMkLst>
        </pc:spChg>
        <pc:picChg chg="add mod">
          <ac:chgData name="Josh Trutwin" userId="7aa5f127-37d3-454b-a99f-68e62006a427" providerId="ADAL" clId="{AED17D90-E47C-519E-8F16-34D7D53D0A29}" dt="2025-11-10T15:35:25.943" v="1176" actId="1076"/>
          <ac:picMkLst>
            <pc:docMk/>
            <pc:sldMk cId="460369356" sldId="408"/>
            <ac:picMk id="1026" creationId="{95D79A4A-DE25-48F7-899E-DD858154F38E}"/>
          </ac:picMkLst>
        </pc:picChg>
        <pc:picChg chg="add mod">
          <ac:chgData name="Josh Trutwin" userId="7aa5f127-37d3-454b-a99f-68e62006a427" providerId="ADAL" clId="{AED17D90-E47C-519E-8F16-34D7D53D0A29}" dt="2025-11-10T15:35:33.474" v="1178" actId="1076"/>
          <ac:picMkLst>
            <pc:docMk/>
            <pc:sldMk cId="460369356" sldId="408"/>
            <ac:picMk id="1028" creationId="{A0578D69-2862-442A-AD80-C368D383FA07}"/>
          </ac:picMkLst>
        </pc:picChg>
        <pc:picChg chg="add mod">
          <ac:chgData name="Josh Trutwin" userId="7aa5f127-37d3-454b-a99f-68e62006a427" providerId="ADAL" clId="{AED17D90-E47C-519E-8F16-34D7D53D0A29}" dt="2025-11-10T15:36:14.310" v="1195" actId="1038"/>
          <ac:picMkLst>
            <pc:docMk/>
            <pc:sldMk cId="460369356" sldId="408"/>
            <ac:picMk id="1030" creationId="{4E347DC1-3812-EF8C-79F7-4B86D353F431}"/>
          </ac:picMkLst>
        </pc:picChg>
      </pc:sldChg>
      <pc:sldChg chg="delSp modSp add mod">
        <pc:chgData name="Josh Trutwin" userId="7aa5f127-37d3-454b-a99f-68e62006a427" providerId="ADAL" clId="{AED17D90-E47C-519E-8F16-34D7D53D0A29}" dt="2025-11-11T06:06:08.751" v="14952" actId="478"/>
        <pc:sldMkLst>
          <pc:docMk/>
          <pc:sldMk cId="3760376176" sldId="418"/>
        </pc:sldMkLst>
        <pc:spChg chg="mod">
          <ac:chgData name="Josh Trutwin" userId="7aa5f127-37d3-454b-a99f-68e62006a427" providerId="ADAL" clId="{AED17D90-E47C-519E-8F16-34D7D53D0A29}" dt="2025-11-10T15:57:27.122" v="2797" actId="20577"/>
          <ac:spMkLst>
            <pc:docMk/>
            <pc:sldMk cId="3760376176" sldId="418"/>
            <ac:spMk id="3" creationId="{5E361FDC-8DF7-CC74-0A34-25E2BDE8B968}"/>
          </ac:spMkLst>
        </pc:spChg>
      </pc:sldChg>
      <pc:sldChg chg="addSp delSp modSp add mod">
        <pc:chgData name="Josh Trutwin" userId="7aa5f127-37d3-454b-a99f-68e62006a427" providerId="ADAL" clId="{AED17D90-E47C-519E-8F16-34D7D53D0A29}" dt="2025-11-11T06:06:11.148" v="14953" actId="478"/>
        <pc:sldMkLst>
          <pc:docMk/>
          <pc:sldMk cId="1677024638" sldId="419"/>
        </pc:sldMkLst>
        <pc:spChg chg="mod">
          <ac:chgData name="Josh Trutwin" userId="7aa5f127-37d3-454b-a99f-68e62006a427" providerId="ADAL" clId="{AED17D90-E47C-519E-8F16-34D7D53D0A29}" dt="2025-11-10T22:19:13.477" v="7316" actId="20577"/>
          <ac:spMkLst>
            <pc:docMk/>
            <pc:sldMk cId="1677024638" sldId="419"/>
            <ac:spMk id="3" creationId="{AF71563C-81BB-BC2C-2565-7B0A6B8D1D47}"/>
          </ac:spMkLst>
        </pc:spChg>
        <pc:spChg chg="add">
          <ac:chgData name="Josh Trutwin" userId="7aa5f127-37d3-454b-a99f-68e62006a427" providerId="ADAL" clId="{AED17D90-E47C-519E-8F16-34D7D53D0A29}" dt="2025-11-10T21:58:51.724" v="3990" actId="22"/>
          <ac:spMkLst>
            <pc:docMk/>
            <pc:sldMk cId="1677024638" sldId="419"/>
            <ac:spMk id="5" creationId="{BF41F8F7-EEB5-4863-EB00-5012488AFFC5}"/>
          </ac:spMkLst>
        </pc:spChg>
        <pc:spChg chg="mod">
          <ac:chgData name="Josh Trutwin" userId="7aa5f127-37d3-454b-a99f-68e62006a427" providerId="ADAL" clId="{AED17D90-E47C-519E-8F16-34D7D53D0A29}" dt="2025-11-10T15:59:25.747" v="2840" actId="20577"/>
          <ac:spMkLst>
            <pc:docMk/>
            <pc:sldMk cId="1677024638" sldId="419"/>
            <ac:spMk id="12" creationId="{B5948B29-12B8-57D1-A330-3220046F0712}"/>
          </ac:spMkLst>
        </pc:spChg>
      </pc:sldChg>
      <pc:sldChg chg="delSp modSp add mod">
        <pc:chgData name="Josh Trutwin" userId="7aa5f127-37d3-454b-a99f-68e62006a427" providerId="ADAL" clId="{AED17D90-E47C-519E-8F16-34D7D53D0A29}" dt="2025-11-11T06:06:15.603" v="14956" actId="478"/>
        <pc:sldMkLst>
          <pc:docMk/>
          <pc:sldMk cId="2041806710" sldId="420"/>
        </pc:sldMkLst>
        <pc:spChg chg="mod">
          <ac:chgData name="Josh Trutwin" userId="7aa5f127-37d3-454b-a99f-68e62006a427" providerId="ADAL" clId="{AED17D90-E47C-519E-8F16-34D7D53D0A29}" dt="2025-11-10T22:09:07.353" v="5968" actId="20577"/>
          <ac:spMkLst>
            <pc:docMk/>
            <pc:sldMk cId="2041806710" sldId="420"/>
            <ac:spMk id="3" creationId="{95AC2AA7-E686-CA86-4BD4-E9203F08E276}"/>
          </ac:spMkLst>
        </pc:spChg>
        <pc:spChg chg="mod">
          <ac:chgData name="Josh Trutwin" userId="7aa5f127-37d3-454b-a99f-68e62006a427" providerId="ADAL" clId="{AED17D90-E47C-519E-8F16-34D7D53D0A29}" dt="2025-11-10T21:59:34.115" v="4084" actId="20577"/>
          <ac:spMkLst>
            <pc:docMk/>
            <pc:sldMk cId="2041806710" sldId="420"/>
            <ac:spMk id="12" creationId="{45A25D35-2571-963B-C68D-FFDA2785F967}"/>
          </ac:spMkLst>
        </pc:spChg>
      </pc:sldChg>
      <pc:sldChg chg="delSp modSp add mod">
        <pc:chgData name="Josh Trutwin" userId="7aa5f127-37d3-454b-a99f-68e62006a427" providerId="ADAL" clId="{AED17D90-E47C-519E-8F16-34D7D53D0A29}" dt="2025-11-17T02:07:23.763" v="21644" actId="5793"/>
        <pc:sldMkLst>
          <pc:docMk/>
          <pc:sldMk cId="491361937" sldId="421"/>
        </pc:sldMkLst>
        <pc:spChg chg="mod">
          <ac:chgData name="Josh Trutwin" userId="7aa5f127-37d3-454b-a99f-68e62006a427" providerId="ADAL" clId="{AED17D90-E47C-519E-8F16-34D7D53D0A29}" dt="2025-11-17T02:07:23.763" v="21644" actId="5793"/>
          <ac:spMkLst>
            <pc:docMk/>
            <pc:sldMk cId="491361937" sldId="421"/>
            <ac:spMk id="3" creationId="{8A61F7D8-D7A4-164E-7449-6ADC99E13493}"/>
          </ac:spMkLst>
        </pc:spChg>
        <pc:spChg chg="mod">
          <ac:chgData name="Josh Trutwin" userId="7aa5f127-37d3-454b-a99f-68e62006a427" providerId="ADAL" clId="{AED17D90-E47C-519E-8F16-34D7D53D0A29}" dt="2025-11-17T01:52:41.998" v="20265" actId="20577"/>
          <ac:spMkLst>
            <pc:docMk/>
            <pc:sldMk cId="491361937" sldId="421"/>
            <ac:spMk id="12" creationId="{0679BED0-7C90-169B-7FCF-CEC116A2F2CA}"/>
          </ac:spMkLst>
        </pc:spChg>
      </pc:sldChg>
      <pc:sldChg chg="delSp modSp add mod">
        <pc:chgData name="Josh Trutwin" userId="7aa5f127-37d3-454b-a99f-68e62006a427" providerId="ADAL" clId="{AED17D90-E47C-519E-8F16-34D7D53D0A29}" dt="2025-11-11T06:26:14.042" v="18796" actId="20577"/>
        <pc:sldMkLst>
          <pc:docMk/>
          <pc:sldMk cId="2759727927" sldId="422"/>
        </pc:sldMkLst>
        <pc:spChg chg="mod">
          <ac:chgData name="Josh Trutwin" userId="7aa5f127-37d3-454b-a99f-68e62006a427" providerId="ADAL" clId="{AED17D90-E47C-519E-8F16-34D7D53D0A29}" dt="2025-11-11T06:26:14.042" v="18796" actId="20577"/>
          <ac:spMkLst>
            <pc:docMk/>
            <pc:sldMk cId="2759727927" sldId="422"/>
            <ac:spMk id="3" creationId="{C37CA4C2-88C7-C4B6-525A-D03C03D9FEA6}"/>
          </ac:spMkLst>
        </pc:spChg>
        <pc:spChg chg="mod">
          <ac:chgData name="Josh Trutwin" userId="7aa5f127-37d3-454b-a99f-68e62006a427" providerId="ADAL" clId="{AED17D90-E47C-519E-8F16-34D7D53D0A29}" dt="2025-11-10T22:23:32.674" v="7495" actId="20577"/>
          <ac:spMkLst>
            <pc:docMk/>
            <pc:sldMk cId="2759727927" sldId="422"/>
            <ac:spMk id="12" creationId="{EED01098-3EA6-BBFF-A268-8FD478679C33}"/>
          </ac:spMkLst>
        </pc:spChg>
      </pc:sldChg>
      <pc:sldChg chg="delSp modSp add mod">
        <pc:chgData name="Josh Trutwin" userId="7aa5f127-37d3-454b-a99f-68e62006a427" providerId="ADAL" clId="{AED17D90-E47C-519E-8F16-34D7D53D0A29}" dt="2025-11-11T06:21:36.922" v="17734" actId="20577"/>
        <pc:sldMkLst>
          <pc:docMk/>
          <pc:sldMk cId="4131899181" sldId="423"/>
        </pc:sldMkLst>
        <pc:spChg chg="mod">
          <ac:chgData name="Josh Trutwin" userId="7aa5f127-37d3-454b-a99f-68e62006a427" providerId="ADAL" clId="{AED17D90-E47C-519E-8F16-34D7D53D0A29}" dt="2025-11-11T06:21:36.922" v="17734" actId="20577"/>
          <ac:spMkLst>
            <pc:docMk/>
            <pc:sldMk cId="4131899181" sldId="423"/>
            <ac:spMk id="3" creationId="{1756465F-3BD2-7975-FDC5-4CAC139A0802}"/>
          </ac:spMkLst>
        </pc:spChg>
        <pc:spChg chg="mod">
          <ac:chgData name="Josh Trutwin" userId="7aa5f127-37d3-454b-a99f-68e62006a427" providerId="ADAL" clId="{AED17D90-E47C-519E-8F16-34D7D53D0A29}" dt="2025-11-11T03:38:44.141" v="7751" actId="20577"/>
          <ac:spMkLst>
            <pc:docMk/>
            <pc:sldMk cId="4131899181" sldId="423"/>
            <ac:spMk id="12" creationId="{1200AE45-60D3-F6E8-5345-4BC0AB44929A}"/>
          </ac:spMkLst>
        </pc:spChg>
      </pc:sldChg>
      <pc:sldChg chg="delSp modSp add mod">
        <pc:chgData name="Josh Trutwin" userId="7aa5f127-37d3-454b-a99f-68e62006a427" providerId="ADAL" clId="{AED17D90-E47C-519E-8F16-34D7D53D0A29}" dt="2025-11-11T06:27:11.407" v="18953" actId="20577"/>
        <pc:sldMkLst>
          <pc:docMk/>
          <pc:sldMk cId="3092961489" sldId="424"/>
        </pc:sldMkLst>
        <pc:spChg chg="mod">
          <ac:chgData name="Josh Trutwin" userId="7aa5f127-37d3-454b-a99f-68e62006a427" providerId="ADAL" clId="{AED17D90-E47C-519E-8F16-34D7D53D0A29}" dt="2025-11-11T06:27:11.407" v="18953" actId="20577"/>
          <ac:spMkLst>
            <pc:docMk/>
            <pc:sldMk cId="3092961489" sldId="424"/>
            <ac:spMk id="3" creationId="{380E3FE6-72FB-569F-2F22-A0E6C2D862F4}"/>
          </ac:spMkLst>
        </pc:spChg>
        <pc:spChg chg="mod">
          <ac:chgData name="Josh Trutwin" userId="7aa5f127-37d3-454b-a99f-68e62006a427" providerId="ADAL" clId="{AED17D90-E47C-519E-8F16-34D7D53D0A29}" dt="2025-11-11T03:39:08.726" v="7804" actId="14100"/>
          <ac:spMkLst>
            <pc:docMk/>
            <pc:sldMk cId="3092961489" sldId="424"/>
            <ac:spMk id="12" creationId="{5C96CF5E-2F67-BB37-A159-93F7BB18B9C2}"/>
          </ac:spMkLst>
        </pc:spChg>
      </pc:sldChg>
      <pc:sldChg chg="delSp modSp add mod">
        <pc:chgData name="Josh Trutwin" userId="7aa5f127-37d3-454b-a99f-68e62006a427" providerId="ADAL" clId="{AED17D90-E47C-519E-8F16-34D7D53D0A29}" dt="2025-11-11T06:32:20.875" v="20213" actId="5793"/>
        <pc:sldMkLst>
          <pc:docMk/>
          <pc:sldMk cId="1915036170" sldId="425"/>
        </pc:sldMkLst>
        <pc:spChg chg="mod">
          <ac:chgData name="Josh Trutwin" userId="7aa5f127-37d3-454b-a99f-68e62006a427" providerId="ADAL" clId="{AED17D90-E47C-519E-8F16-34D7D53D0A29}" dt="2025-11-11T06:32:20.875" v="20213" actId="5793"/>
          <ac:spMkLst>
            <pc:docMk/>
            <pc:sldMk cId="1915036170" sldId="425"/>
            <ac:spMk id="3" creationId="{5C62F9BB-27A5-8BC3-084E-1061605B3EC3}"/>
          </ac:spMkLst>
        </pc:spChg>
        <pc:spChg chg="mod">
          <ac:chgData name="Josh Trutwin" userId="7aa5f127-37d3-454b-a99f-68e62006a427" providerId="ADAL" clId="{AED17D90-E47C-519E-8F16-34D7D53D0A29}" dt="2025-11-11T03:39:19.919" v="7831" actId="20577"/>
          <ac:spMkLst>
            <pc:docMk/>
            <pc:sldMk cId="1915036170" sldId="425"/>
            <ac:spMk id="12" creationId="{D4B6EB15-7E76-FBD6-7DCF-5CCB2F6E092B}"/>
          </ac:spMkLst>
        </pc:spChg>
      </pc:sldChg>
      <pc:sldChg chg="delSp modSp add mod">
        <pc:chgData name="Josh Trutwin" userId="7aa5f127-37d3-454b-a99f-68e62006a427" providerId="ADAL" clId="{AED17D90-E47C-519E-8F16-34D7D53D0A29}" dt="2025-11-11T06:06:37.726" v="14962" actId="478"/>
        <pc:sldMkLst>
          <pc:docMk/>
          <pc:sldMk cId="279829668" sldId="426"/>
        </pc:sldMkLst>
        <pc:spChg chg="mod">
          <ac:chgData name="Josh Trutwin" userId="7aa5f127-37d3-454b-a99f-68e62006a427" providerId="ADAL" clId="{AED17D90-E47C-519E-8F16-34D7D53D0A29}" dt="2025-11-11T04:12:53.340" v="10615" actId="20577"/>
          <ac:spMkLst>
            <pc:docMk/>
            <pc:sldMk cId="279829668" sldId="426"/>
            <ac:spMk id="3" creationId="{1CDC3688-29A4-C134-A286-FD307D72F7C9}"/>
          </ac:spMkLst>
        </pc:spChg>
        <pc:spChg chg="mod">
          <ac:chgData name="Josh Trutwin" userId="7aa5f127-37d3-454b-a99f-68e62006a427" providerId="ADAL" clId="{AED17D90-E47C-519E-8F16-34D7D53D0A29}" dt="2025-11-11T03:39:48.012" v="7861" actId="20577"/>
          <ac:spMkLst>
            <pc:docMk/>
            <pc:sldMk cId="279829668" sldId="426"/>
            <ac:spMk id="12" creationId="{9767F4FE-504F-B6C4-5152-F67625A9E505}"/>
          </ac:spMkLst>
        </pc:spChg>
      </pc:sldChg>
      <pc:sldChg chg="delSp modSp add mod">
        <pc:chgData name="Josh Trutwin" userId="7aa5f127-37d3-454b-a99f-68e62006a427" providerId="ADAL" clId="{AED17D90-E47C-519E-8F16-34D7D53D0A29}" dt="2025-11-11T06:14:16.817" v="16300" actId="20577"/>
        <pc:sldMkLst>
          <pc:docMk/>
          <pc:sldMk cId="892352576" sldId="427"/>
        </pc:sldMkLst>
        <pc:spChg chg="mod">
          <ac:chgData name="Josh Trutwin" userId="7aa5f127-37d3-454b-a99f-68e62006a427" providerId="ADAL" clId="{AED17D90-E47C-519E-8F16-34D7D53D0A29}" dt="2025-11-11T06:14:16.817" v="16300" actId="20577"/>
          <ac:spMkLst>
            <pc:docMk/>
            <pc:sldMk cId="892352576" sldId="427"/>
            <ac:spMk id="3" creationId="{C1231B10-B27B-BE75-621F-A7E3B837BABF}"/>
          </ac:spMkLst>
        </pc:spChg>
        <pc:spChg chg="mod">
          <ac:chgData name="Josh Trutwin" userId="7aa5f127-37d3-454b-a99f-68e62006a427" providerId="ADAL" clId="{AED17D90-E47C-519E-8F16-34D7D53D0A29}" dt="2025-11-11T03:45:26.651" v="8727" actId="20577"/>
          <ac:spMkLst>
            <pc:docMk/>
            <pc:sldMk cId="892352576" sldId="427"/>
            <ac:spMk id="12" creationId="{074D2A8F-21CB-C51B-8E33-DBFBD7CEBB75}"/>
          </ac:spMkLst>
        </pc:spChg>
      </pc:sldChg>
      <pc:sldChg chg="addSp delSp modSp add mod">
        <pc:chgData name="Josh Trutwin" userId="7aa5f127-37d3-454b-a99f-68e62006a427" providerId="ADAL" clId="{AED17D90-E47C-519E-8F16-34D7D53D0A29}" dt="2025-11-11T06:06:42.952" v="14964" actId="478"/>
        <pc:sldMkLst>
          <pc:docMk/>
          <pc:sldMk cId="321263080" sldId="428"/>
        </pc:sldMkLst>
        <pc:spChg chg="add mod">
          <ac:chgData name="Josh Trutwin" userId="7aa5f127-37d3-454b-a99f-68e62006a427" providerId="ADAL" clId="{AED17D90-E47C-519E-8F16-34D7D53D0A29}" dt="2025-11-11T04:20:19.115" v="11568" actId="20577"/>
          <ac:spMkLst>
            <pc:docMk/>
            <pc:sldMk cId="321263080" sldId="428"/>
            <ac:spMk id="5" creationId="{6B0133E2-0B20-47E7-F73E-979A58AB3B05}"/>
          </ac:spMkLst>
        </pc:spChg>
        <pc:spChg chg="mod">
          <ac:chgData name="Josh Trutwin" userId="7aa5f127-37d3-454b-a99f-68e62006a427" providerId="ADAL" clId="{AED17D90-E47C-519E-8F16-34D7D53D0A29}" dt="2025-11-11T04:16:10.321" v="10992" actId="20577"/>
          <ac:spMkLst>
            <pc:docMk/>
            <pc:sldMk cId="321263080" sldId="428"/>
            <ac:spMk id="12" creationId="{D38D0B19-1264-BCDD-24AF-62EEFDC94A45}"/>
          </ac:spMkLst>
        </pc:spChg>
      </pc:sldChg>
      <pc:sldChg chg="delSp modSp add mod">
        <pc:chgData name="Josh Trutwin" userId="7aa5f127-37d3-454b-a99f-68e62006a427" providerId="ADAL" clId="{AED17D90-E47C-519E-8F16-34D7D53D0A29}" dt="2025-11-17T02:09:21.676" v="21742" actId="5793"/>
        <pc:sldMkLst>
          <pc:docMk/>
          <pc:sldMk cId="3928563532" sldId="429"/>
        </pc:sldMkLst>
        <pc:spChg chg="mod">
          <ac:chgData name="Josh Trutwin" userId="7aa5f127-37d3-454b-a99f-68e62006a427" providerId="ADAL" clId="{AED17D90-E47C-519E-8F16-34D7D53D0A29}" dt="2025-11-17T02:09:21.676" v="21742" actId="5793"/>
          <ac:spMkLst>
            <pc:docMk/>
            <pc:sldMk cId="3928563532" sldId="429"/>
            <ac:spMk id="3" creationId="{AFFD70A0-5575-2B9F-A605-5BDA51EAC360}"/>
          </ac:spMkLst>
        </pc:spChg>
        <pc:spChg chg="mod">
          <ac:chgData name="Josh Trutwin" userId="7aa5f127-37d3-454b-a99f-68e62006a427" providerId="ADAL" clId="{AED17D90-E47C-519E-8F16-34D7D53D0A29}" dt="2025-11-11T06:02:42.733" v="14685" actId="20577"/>
          <ac:spMkLst>
            <pc:docMk/>
            <pc:sldMk cId="3928563532" sldId="429"/>
            <ac:spMk id="12" creationId="{5149D6F9-81CF-10E9-913D-4AB898FCADE2}"/>
          </ac:spMkLst>
        </pc:spChg>
      </pc:sldChg>
      <pc:sldChg chg="delSp modSp add mod">
        <pc:chgData name="Josh Trutwin" userId="7aa5f127-37d3-454b-a99f-68e62006a427" providerId="ADAL" clId="{AED17D90-E47C-519E-8F16-34D7D53D0A29}" dt="2025-11-11T06:06:55.704" v="14969" actId="478"/>
        <pc:sldMkLst>
          <pc:docMk/>
          <pc:sldMk cId="982691112" sldId="430"/>
        </pc:sldMkLst>
        <pc:spChg chg="mod">
          <ac:chgData name="Josh Trutwin" userId="7aa5f127-37d3-454b-a99f-68e62006a427" providerId="ADAL" clId="{AED17D90-E47C-519E-8F16-34D7D53D0A29}" dt="2025-11-11T04:37:47.515" v="14669" actId="20577"/>
          <ac:spMkLst>
            <pc:docMk/>
            <pc:sldMk cId="982691112" sldId="430"/>
            <ac:spMk id="5" creationId="{2B9DAE16-20F5-5393-16CD-DEF2E322296B}"/>
          </ac:spMkLst>
        </pc:spChg>
      </pc:sldChg>
      <pc:sldChg chg="delSp modSp add mod">
        <pc:chgData name="Josh Trutwin" userId="7aa5f127-37d3-454b-a99f-68e62006a427" providerId="ADAL" clId="{AED17D90-E47C-519E-8F16-34D7D53D0A29}" dt="2025-11-11T06:06:45.569" v="14965" actId="478"/>
        <pc:sldMkLst>
          <pc:docMk/>
          <pc:sldMk cId="701549377" sldId="431"/>
        </pc:sldMkLst>
        <pc:spChg chg="mod">
          <ac:chgData name="Josh Trutwin" userId="7aa5f127-37d3-454b-a99f-68e62006a427" providerId="ADAL" clId="{AED17D90-E47C-519E-8F16-34D7D53D0A29}" dt="2025-11-11T04:18:25.476" v="11276" actId="20577"/>
          <ac:spMkLst>
            <pc:docMk/>
            <pc:sldMk cId="701549377" sldId="431"/>
            <ac:spMk id="5" creationId="{FEB621D7-BE0D-8139-34FC-56F6CB64069C}"/>
          </ac:spMkLst>
        </pc:spChg>
      </pc:sldChg>
      <pc:sldChg chg="delSp modSp add mod">
        <pc:chgData name="Josh Trutwin" userId="7aa5f127-37d3-454b-a99f-68e62006a427" providerId="ADAL" clId="{AED17D90-E47C-519E-8F16-34D7D53D0A29}" dt="2025-11-11T06:06:48.188" v="14966" actId="478"/>
        <pc:sldMkLst>
          <pc:docMk/>
          <pc:sldMk cId="2008067917" sldId="432"/>
        </pc:sldMkLst>
        <pc:spChg chg="mod">
          <ac:chgData name="Josh Trutwin" userId="7aa5f127-37d3-454b-a99f-68e62006a427" providerId="ADAL" clId="{AED17D90-E47C-519E-8F16-34D7D53D0A29}" dt="2025-11-11T04:21:50.391" v="11822" actId="20577"/>
          <ac:spMkLst>
            <pc:docMk/>
            <pc:sldMk cId="2008067917" sldId="432"/>
            <ac:spMk id="5" creationId="{9745F04E-FCF7-6CC3-9794-27FB98C6AA33}"/>
          </ac:spMkLst>
        </pc:spChg>
      </pc:sldChg>
      <pc:sldChg chg="delSp modSp add mod">
        <pc:chgData name="Josh Trutwin" userId="7aa5f127-37d3-454b-a99f-68e62006a427" providerId="ADAL" clId="{AED17D90-E47C-519E-8F16-34D7D53D0A29}" dt="2025-11-11T06:06:51.277" v="14967" actId="478"/>
        <pc:sldMkLst>
          <pc:docMk/>
          <pc:sldMk cId="4162161395" sldId="433"/>
        </pc:sldMkLst>
        <pc:spChg chg="mod">
          <ac:chgData name="Josh Trutwin" userId="7aa5f127-37d3-454b-a99f-68e62006a427" providerId="ADAL" clId="{AED17D90-E47C-519E-8F16-34D7D53D0A29}" dt="2025-11-11T04:25:32.240" v="12372" actId="20577"/>
          <ac:spMkLst>
            <pc:docMk/>
            <pc:sldMk cId="4162161395" sldId="433"/>
            <ac:spMk id="5" creationId="{8B3D10F9-5E56-20AA-B3EC-D9A1A51F4444}"/>
          </ac:spMkLst>
        </pc:spChg>
      </pc:sldChg>
      <pc:sldChg chg="delSp modSp add mod">
        <pc:chgData name="Josh Trutwin" userId="7aa5f127-37d3-454b-a99f-68e62006a427" providerId="ADAL" clId="{AED17D90-E47C-519E-8F16-34D7D53D0A29}" dt="2025-11-11T06:06:58.023" v="14970" actId="478"/>
        <pc:sldMkLst>
          <pc:docMk/>
          <pc:sldMk cId="484213629" sldId="434"/>
        </pc:sldMkLst>
        <pc:spChg chg="mod">
          <ac:chgData name="Josh Trutwin" userId="7aa5f127-37d3-454b-a99f-68e62006a427" providerId="ADAL" clId="{AED17D90-E47C-519E-8F16-34D7D53D0A29}" dt="2025-11-11T04:36:32.953" v="14665" actId="5793"/>
          <ac:spMkLst>
            <pc:docMk/>
            <pc:sldMk cId="484213629" sldId="434"/>
            <ac:spMk id="5" creationId="{6C90C086-87D6-A446-9F38-3B2068BFE8D8}"/>
          </ac:spMkLst>
        </pc:spChg>
      </pc:sldChg>
      <pc:sldChg chg="delSp modSp add mod">
        <pc:chgData name="Josh Trutwin" userId="7aa5f127-37d3-454b-a99f-68e62006a427" providerId="ADAL" clId="{AED17D90-E47C-519E-8F16-34D7D53D0A29}" dt="2025-11-17T02:09:30.789" v="21747" actId="20577"/>
        <pc:sldMkLst>
          <pc:docMk/>
          <pc:sldMk cId="1023713333" sldId="435"/>
        </pc:sldMkLst>
        <pc:spChg chg="mod">
          <ac:chgData name="Josh Trutwin" userId="7aa5f127-37d3-454b-a99f-68e62006a427" providerId="ADAL" clId="{AED17D90-E47C-519E-8F16-34D7D53D0A29}" dt="2025-11-17T02:09:30.789" v="21747" actId="20577"/>
          <ac:spMkLst>
            <pc:docMk/>
            <pc:sldMk cId="1023713333" sldId="435"/>
            <ac:spMk id="3" creationId="{CE28D13C-E46A-8B4C-6662-6268E0829041}"/>
          </ac:spMkLst>
        </pc:spChg>
        <pc:spChg chg="mod">
          <ac:chgData name="Josh Trutwin" userId="7aa5f127-37d3-454b-a99f-68e62006a427" providerId="ADAL" clId="{AED17D90-E47C-519E-8F16-34D7D53D0A29}" dt="2025-11-11T06:04:01.294" v="14859" actId="20577"/>
          <ac:spMkLst>
            <pc:docMk/>
            <pc:sldMk cId="1023713333" sldId="435"/>
            <ac:spMk id="12" creationId="{A2C5D4C7-B2E7-C65F-BEA6-72C043B151D1}"/>
          </ac:spMkLst>
        </pc:spChg>
      </pc:sldChg>
      <pc:sldChg chg="modSp add mod">
        <pc:chgData name="Josh Trutwin" userId="7aa5f127-37d3-454b-a99f-68e62006a427" providerId="ADAL" clId="{AED17D90-E47C-519E-8F16-34D7D53D0A29}" dt="2025-11-11T06:13:16.272" v="16192" actId="20577"/>
        <pc:sldMkLst>
          <pc:docMk/>
          <pc:sldMk cId="3728251146" sldId="436"/>
        </pc:sldMkLst>
        <pc:spChg chg="mod">
          <ac:chgData name="Josh Trutwin" userId="7aa5f127-37d3-454b-a99f-68e62006a427" providerId="ADAL" clId="{AED17D90-E47C-519E-8F16-34D7D53D0A29}" dt="2025-11-11T06:13:16.272" v="16192" actId="20577"/>
          <ac:spMkLst>
            <pc:docMk/>
            <pc:sldMk cId="3728251146" sldId="436"/>
            <ac:spMk id="5" creationId="{AF3926A9-86C7-CDF9-7CC7-737CB0135701}"/>
          </ac:spMkLst>
        </pc:spChg>
      </pc:sldChg>
      <pc:sldChg chg="modSp add mod">
        <pc:chgData name="Josh Trutwin" userId="7aa5f127-37d3-454b-a99f-68e62006a427" providerId="ADAL" clId="{AED17D90-E47C-519E-8F16-34D7D53D0A29}" dt="2025-11-17T02:08:03.284" v="21680" actId="20577"/>
        <pc:sldMkLst>
          <pc:docMk/>
          <pc:sldMk cId="1584113042" sldId="437"/>
        </pc:sldMkLst>
        <pc:spChg chg="mod">
          <ac:chgData name="Josh Trutwin" userId="7aa5f127-37d3-454b-a99f-68e62006a427" providerId="ADAL" clId="{AED17D90-E47C-519E-8F16-34D7D53D0A29}" dt="2025-11-17T02:08:03.284" v="21680" actId="20577"/>
          <ac:spMkLst>
            <pc:docMk/>
            <pc:sldMk cId="1584113042" sldId="437"/>
            <ac:spMk id="3" creationId="{47D546C7-10DD-CBF4-6045-FF8722A6E0BB}"/>
          </ac:spMkLst>
        </pc:spChg>
      </pc:sldChg>
      <pc:sldMasterChg chg="modSp mod">
        <pc:chgData name="Josh Trutwin" userId="7aa5f127-37d3-454b-a99f-68e62006a427" providerId="ADAL" clId="{AED17D90-E47C-519E-8F16-34D7D53D0A29}" dt="2025-11-11T06:05:44.175" v="14948" actId="20577"/>
        <pc:sldMasterMkLst>
          <pc:docMk/>
          <pc:sldMasterMk cId="1417380027" sldId="2147483660"/>
        </pc:sldMasterMkLst>
        <pc:spChg chg="mod">
          <ac:chgData name="Josh Trutwin" userId="7aa5f127-37d3-454b-a99f-68e62006a427" providerId="ADAL" clId="{AED17D90-E47C-519E-8F16-34D7D53D0A29}" dt="2025-11-11T06:05:44.175" v="14948" actId="20577"/>
          <ac:spMkLst>
            <pc:docMk/>
            <pc:sldMasterMk cId="1417380027" sldId="2147483660"/>
            <ac:spMk id="4" creationId="{D069A5B9-D1FE-45DB-935F-A4C8E3A241A2}"/>
          </ac:spMkLst>
        </pc:spChg>
      </pc:sldMasterChg>
      <pc:sldMasterChg chg="modSldLayout">
        <pc:chgData name="Josh Trutwin" userId="7aa5f127-37d3-454b-a99f-68e62006a427" providerId="ADAL" clId="{AED17D90-E47C-519E-8F16-34D7D53D0A29}" dt="2025-11-10T15:23:10.540" v="194" actId="478"/>
        <pc:sldMasterMkLst>
          <pc:docMk/>
          <pc:sldMasterMk cId="3361647219" sldId="2147483702"/>
        </pc:sldMasterMkLst>
        <pc:sldLayoutChg chg="addSp delSp modSp mod">
          <pc:chgData name="Josh Trutwin" userId="7aa5f127-37d3-454b-a99f-68e62006a427" providerId="ADAL" clId="{AED17D90-E47C-519E-8F16-34D7D53D0A29}" dt="2025-11-10T15:23:10.540" v="194" actId="478"/>
          <pc:sldLayoutMkLst>
            <pc:docMk/>
            <pc:sldMasterMk cId="3361647219" sldId="2147483702"/>
            <pc:sldLayoutMk cId="3690394276" sldId="2147483703"/>
          </pc:sldLayoutMkLst>
          <pc:picChg chg="add mod">
            <ac:chgData name="Josh Trutwin" userId="7aa5f127-37d3-454b-a99f-68e62006a427" providerId="ADAL" clId="{AED17D90-E47C-519E-8F16-34D7D53D0A29}" dt="2025-11-10T15:22:35.902" v="175" actId="14100"/>
            <ac:picMkLst>
              <pc:docMk/>
              <pc:sldMasterMk cId="3361647219" sldId="2147483702"/>
              <pc:sldLayoutMk cId="3690394276" sldId="2147483703"/>
              <ac:picMk id="4" creationId="{8F023C68-A778-EC87-3ABE-0D270C8DDF44}"/>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C3D2C-15ED-6882-5259-482626B686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31AA3CD-177D-1231-64B8-BBCD697277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883D3E-68C4-0849-B3D8-84CBFBABCDC8}" type="datetimeFigureOut">
              <a:rPr lang="en-US" smtClean="0"/>
              <a:t>11/13/25</a:t>
            </a:fld>
            <a:endParaRPr lang="en-US"/>
          </a:p>
        </p:txBody>
      </p:sp>
      <p:sp>
        <p:nvSpPr>
          <p:cNvPr id="4" name="Footer Placeholder 3">
            <a:extLst>
              <a:ext uri="{FF2B5EF4-FFF2-40B4-BE49-F238E27FC236}">
                <a16:creationId xmlns:a16="http://schemas.microsoft.com/office/drawing/2014/main" id="{550393C2-9ED9-7725-338F-35388B27DC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D32489A-6BC7-ED1D-CB98-744FE4818D7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F2A5F5-51B0-1946-8245-B64EA3420CCC}" type="slidenum">
              <a:rPr lang="en-US" smtClean="0"/>
              <a:t>‹#›</a:t>
            </a:fld>
            <a:endParaRPr lang="en-US"/>
          </a:p>
        </p:txBody>
      </p:sp>
    </p:spTree>
    <p:extLst>
      <p:ext uri="{BB962C8B-B14F-4D97-AF65-F5344CB8AC3E}">
        <p14:creationId xmlns:p14="http://schemas.microsoft.com/office/powerpoint/2010/main" val="17349108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0101CBED-02D2-4612-BE7C-0C430C9C22CA}" type="datetimeFigureOut">
              <a:rPr lang="en-GB" smtClean="0"/>
              <a:pPr/>
              <a:t>13/11/2025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408B12A2-CBD0-42BA-BDA5-00E1D1EE9282}" type="slidenum">
              <a:rPr lang="en-GB" smtClean="0"/>
              <a:pPr/>
              <a:t>‹#›</a:t>
            </a:fld>
            <a:endParaRPr lang="en-GB" dirty="0"/>
          </a:p>
        </p:txBody>
      </p:sp>
    </p:spTree>
    <p:extLst>
      <p:ext uri="{BB962C8B-B14F-4D97-AF65-F5344CB8AC3E}">
        <p14:creationId xmlns:p14="http://schemas.microsoft.com/office/powerpoint/2010/main" val="2953662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5" name="Picture 4">
            <a:extLst>
              <a:ext uri="{FF2B5EF4-FFF2-40B4-BE49-F238E27FC236}">
                <a16:creationId xmlns:a16="http://schemas.microsoft.com/office/drawing/2014/main" id="{7404F81B-B276-BF47-B231-2797A6537FCE}"/>
              </a:ext>
            </a:extLst>
          </p:cNvPr>
          <p:cNvPicPr>
            <a:picLocks noChangeAspect="1"/>
          </p:cNvPicPr>
          <p:nvPr userDrawn="1"/>
        </p:nvPicPr>
        <p:blipFill>
          <a:blip r:embed="rId2"/>
          <a:stretch>
            <a:fillRect/>
          </a:stretch>
        </p:blipFill>
        <p:spPr>
          <a:xfrm>
            <a:off x="390426" y="330298"/>
            <a:ext cx="1084086" cy="234714"/>
          </a:xfrm>
          <a:prstGeom prst="rect">
            <a:avLst/>
          </a:prstGeom>
        </p:spPr>
      </p:pic>
      <p:sp>
        <p:nvSpPr>
          <p:cNvPr id="8" name="Date Placeholder 3">
            <a:extLst>
              <a:ext uri="{FF2B5EF4-FFF2-40B4-BE49-F238E27FC236}">
                <a16:creationId xmlns:a16="http://schemas.microsoft.com/office/drawing/2014/main" id="{351B3CFA-DF85-2D47-9D67-2498D7C95F71}"/>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1853758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Image 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A15FCCE-9B7B-4CF0-9A8D-16AB43C9EAE0}"/>
              </a:ext>
            </a:extLst>
          </p:cNvPr>
          <p:cNvSpPr>
            <a:spLocks noGrp="1"/>
          </p:cNvSpPr>
          <p:nvPr>
            <p:ph type="pic" sz="quarter" idx="13" hasCustomPrompt="1"/>
          </p:nvPr>
        </p:nvSpPr>
        <p:spPr>
          <a:xfrm>
            <a:off x="0" y="0"/>
            <a:ext cx="12192000" cy="6858000"/>
          </a:xfrm>
        </p:spPr>
        <p:txBody>
          <a:bodyPr/>
          <a:lstStyle>
            <a:lvl1pPr>
              <a:defRPr/>
            </a:lvl1pPr>
          </a:lstStyle>
          <a:p>
            <a:r>
              <a:rPr lang="en-GB" dirty="0"/>
              <a:t>Picture</a:t>
            </a:r>
          </a:p>
        </p:txBody>
      </p:sp>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3" name="Picture 32">
            <a:extLst>
              <a:ext uri="{FF2B5EF4-FFF2-40B4-BE49-F238E27FC236}">
                <a16:creationId xmlns:a16="http://schemas.microsoft.com/office/drawing/2014/main" id="{B870CDBF-2B64-7340-A34A-43E0D9D8E31A}"/>
              </a:ext>
            </a:extLst>
          </p:cNvPr>
          <p:cNvPicPr>
            <a:picLocks noChangeAspect="1"/>
          </p:cNvPicPr>
          <p:nvPr userDrawn="1"/>
        </p:nvPicPr>
        <p:blipFill>
          <a:blip r:embed="rId2"/>
          <a:stretch>
            <a:fillRect/>
          </a:stretch>
        </p:blipFill>
        <p:spPr>
          <a:xfrm>
            <a:off x="390426" y="330298"/>
            <a:ext cx="1084086" cy="234714"/>
          </a:xfrm>
          <a:prstGeom prst="rect">
            <a:avLst/>
          </a:prstGeom>
        </p:spPr>
      </p:pic>
      <p:sp>
        <p:nvSpPr>
          <p:cNvPr id="9" name="Date Placeholder 3">
            <a:extLst>
              <a:ext uri="{FF2B5EF4-FFF2-40B4-BE49-F238E27FC236}">
                <a16:creationId xmlns:a16="http://schemas.microsoft.com/office/drawing/2014/main" id="{219D823B-FFCF-B046-8360-9A3A18448B6E}"/>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267624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Index">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10249076" cy="4349356"/>
          </a:xfrm>
        </p:spPr>
        <p:txBody>
          <a:bodyPr/>
          <a:lstStyle>
            <a:lvl1pPr>
              <a:spcBef>
                <a:spcPts val="700"/>
              </a:spcBef>
              <a:tabLst>
                <a:tab pos="9934575" algn="r"/>
              </a:tabLst>
              <a:defRPr sz="2000" b="0"/>
            </a:lvl1pPr>
            <a:lvl2pPr>
              <a:spcBef>
                <a:spcPts val="700"/>
              </a:spcBef>
              <a:tabLst>
                <a:tab pos="9934575" algn="r"/>
              </a:tabLst>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7" name="Date Placeholder 3">
            <a:extLst>
              <a:ext uri="{FF2B5EF4-FFF2-40B4-BE49-F238E27FC236}">
                <a16:creationId xmlns:a16="http://schemas.microsoft.com/office/drawing/2014/main" id="{7EAB68E0-4EE2-BB4A-83E3-DB92996B0AB2}"/>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1245809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6998511" cy="4349356"/>
          </a:xfrm>
        </p:spPr>
        <p:txBody>
          <a:bodyPr/>
          <a:lstStyle>
            <a:lvl1pPr marL="457200" indent="-457200">
              <a:spcBef>
                <a:spcPts val="700"/>
              </a:spcBef>
              <a:buFont typeface="+mj-lt"/>
              <a:buAutoNum type="arabicPeriod"/>
              <a:tabLst>
                <a:tab pos="9934575" algn="r"/>
              </a:tabLst>
              <a:defRPr sz="2000" b="0">
                <a:solidFill>
                  <a:schemeClr val="tx1"/>
                </a:solidFill>
              </a:defRPr>
            </a:lvl1pPr>
            <a:lvl2pPr marL="0" indent="0">
              <a:spcBef>
                <a:spcPts val="700"/>
              </a:spcBef>
              <a:buFont typeface="+mj-lt"/>
              <a:buNone/>
              <a:tabLst>
                <a:tab pos="9934575" algn="r"/>
              </a:tabLst>
              <a:defRPr sz="2000" b="0">
                <a:solidFill>
                  <a:schemeClr val="tx1"/>
                </a:solidFill>
              </a:defRPr>
            </a:lvl2pPr>
            <a:lvl3pPr marL="0" indent="0">
              <a:buFont typeface="+mj-lt"/>
              <a:buNone/>
              <a:defRPr sz="2000" b="0">
                <a:solidFill>
                  <a:schemeClr val="tx1"/>
                </a:solidFill>
              </a:defRPr>
            </a:lvl3pPr>
            <a:lvl4pPr marL="0" indent="0">
              <a:buFont typeface="+mj-lt"/>
              <a:buNone/>
              <a:defRPr sz="2000" b="0">
                <a:solidFill>
                  <a:schemeClr val="tx1"/>
                </a:solidFill>
              </a:defRPr>
            </a:lvl4pPr>
            <a:lvl5pPr marL="720725" indent="-273050">
              <a:defRPr sz="1800"/>
            </a:lvl5pPr>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8" name="Date Placeholder 3">
            <a:extLst>
              <a:ext uri="{FF2B5EF4-FFF2-40B4-BE49-F238E27FC236}">
                <a16:creationId xmlns:a16="http://schemas.microsoft.com/office/drawing/2014/main" id="{2F809C45-8274-E945-B0C9-220167A418C3}"/>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3647504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9" name="Content Placeholder 8">
            <a:extLst>
              <a:ext uri="{FF2B5EF4-FFF2-40B4-BE49-F238E27FC236}">
                <a16:creationId xmlns:a16="http://schemas.microsoft.com/office/drawing/2014/main" id="{2A9507B6-9B3C-423F-BDE4-29FE21D9261A}"/>
              </a:ext>
            </a:extLst>
          </p:cNvPr>
          <p:cNvSpPr>
            <a:spLocks noGrp="1"/>
          </p:cNvSpPr>
          <p:nvPr>
            <p:ph sz="quarter" idx="13" hasCustomPrompt="1"/>
          </p:nvPr>
        </p:nvSpPr>
        <p:spPr>
          <a:xfrm>
            <a:off x="501650" y="1824038"/>
            <a:ext cx="10450513" cy="4098925"/>
          </a:xfrm>
        </p:spPr>
        <p:txBody>
          <a:bodyPr/>
          <a:lstStyle>
            <a:lvl1pPr>
              <a:defRPr b="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3">
            <a:extLst>
              <a:ext uri="{FF2B5EF4-FFF2-40B4-BE49-F238E27FC236}">
                <a16:creationId xmlns:a16="http://schemas.microsoft.com/office/drawing/2014/main" id="{9DF159A8-AFDE-0C4B-8AFB-8274AC9DEF6F}"/>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74173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13811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17599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47339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51127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80740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84528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12" name="Date Placeholder 3">
            <a:extLst>
              <a:ext uri="{FF2B5EF4-FFF2-40B4-BE49-F238E27FC236}">
                <a16:creationId xmlns:a16="http://schemas.microsoft.com/office/drawing/2014/main" id="{13BBDAE4-DAAF-B64C-AD02-566C180760D6}"/>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274016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651279"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798291"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286933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301634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50673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52143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3" name="Text Placeholder 13">
            <a:extLst>
              <a:ext uri="{FF2B5EF4-FFF2-40B4-BE49-F238E27FC236}">
                <a16:creationId xmlns:a16="http://schemas.microsoft.com/office/drawing/2014/main" id="{55DDEDCD-C0A0-4BE6-ACFB-943A6D3B2EED}"/>
              </a:ext>
            </a:extLst>
          </p:cNvPr>
          <p:cNvSpPr>
            <a:spLocks noGrp="1"/>
          </p:cNvSpPr>
          <p:nvPr>
            <p:ph type="body" sz="quarter" idx="19" hasCustomPrompt="1"/>
          </p:nvPr>
        </p:nvSpPr>
        <p:spPr>
          <a:xfrm>
            <a:off x="73025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4" name="Picture Placeholder 15">
            <a:extLst>
              <a:ext uri="{FF2B5EF4-FFF2-40B4-BE49-F238E27FC236}">
                <a16:creationId xmlns:a16="http://schemas.microsoft.com/office/drawing/2014/main" id="{1244BAF9-E683-4F9C-A21A-DF8AD7C8223B}"/>
              </a:ext>
            </a:extLst>
          </p:cNvPr>
          <p:cNvSpPr>
            <a:spLocks noGrp="1"/>
          </p:cNvSpPr>
          <p:nvPr>
            <p:ph type="pic" sz="quarter" idx="20" hasCustomPrompt="1"/>
          </p:nvPr>
        </p:nvSpPr>
        <p:spPr>
          <a:xfrm>
            <a:off x="74495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35" name="Text Placeholder 13">
            <a:extLst>
              <a:ext uri="{FF2B5EF4-FFF2-40B4-BE49-F238E27FC236}">
                <a16:creationId xmlns:a16="http://schemas.microsoft.com/office/drawing/2014/main" id="{CB9F6F48-2792-478D-A10D-4414F9C91922}"/>
              </a:ext>
            </a:extLst>
          </p:cNvPr>
          <p:cNvSpPr>
            <a:spLocks noGrp="1"/>
          </p:cNvSpPr>
          <p:nvPr>
            <p:ph type="body" sz="quarter" idx="21" hasCustomPrompt="1"/>
          </p:nvPr>
        </p:nvSpPr>
        <p:spPr>
          <a:xfrm>
            <a:off x="95250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6" name="Picture Placeholder 15">
            <a:extLst>
              <a:ext uri="{FF2B5EF4-FFF2-40B4-BE49-F238E27FC236}">
                <a16:creationId xmlns:a16="http://schemas.microsoft.com/office/drawing/2014/main" id="{1FDF9DDD-079A-42D9-955D-834499AC44AE}"/>
              </a:ext>
            </a:extLst>
          </p:cNvPr>
          <p:cNvSpPr>
            <a:spLocks noGrp="1"/>
          </p:cNvSpPr>
          <p:nvPr>
            <p:ph type="pic" sz="quarter" idx="22" hasCustomPrompt="1"/>
          </p:nvPr>
        </p:nvSpPr>
        <p:spPr>
          <a:xfrm>
            <a:off x="96720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21" name="Date Placeholder 3">
            <a:extLst>
              <a:ext uri="{FF2B5EF4-FFF2-40B4-BE49-F238E27FC236}">
                <a16:creationId xmlns:a16="http://schemas.microsoft.com/office/drawing/2014/main" id="{3183B6EC-A9AE-EB4B-865E-12386C86F899}"/>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1811605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quot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A2D4C809-686E-4BCF-8D38-AF75C2DDE29A}"/>
              </a:ext>
            </a:extLst>
          </p:cNvPr>
          <p:cNvSpPr>
            <a:spLocks noGrp="1"/>
          </p:cNvSpPr>
          <p:nvPr>
            <p:ph type="body" sz="quarter" idx="14" hasCustomPrompt="1"/>
          </p:nvPr>
        </p:nvSpPr>
        <p:spPr>
          <a:xfrm>
            <a:off x="510363" y="1289054"/>
            <a:ext cx="6583680" cy="4810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600" b="0" spc="0" baseline="0">
                <a:latin typeface="+mj-lt"/>
              </a:defRPr>
            </a:lvl1pPr>
            <a:lvl2pPr>
              <a:spcBef>
                <a:spcPts val="3600"/>
              </a:spcBef>
              <a:defRPr sz="1600"/>
            </a:lvl2pPr>
            <a:lvl3pPr>
              <a:defRPr sz="1600"/>
            </a:lvl3pPr>
            <a:lvl4pPr>
              <a:defRPr sz="1600"/>
            </a:lvl4pPr>
            <a:lvl5pPr>
              <a:defRPr sz="1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master text styles</a:t>
            </a:r>
            <a:endParaRPr lang="en-US" sz="4400" dirty="0"/>
          </a:p>
          <a:p>
            <a:pPr lvl="1"/>
            <a:r>
              <a:rPr lang="en-US" dirty="0"/>
              <a:t>Second level</a:t>
            </a:r>
          </a:p>
        </p:txBody>
      </p:sp>
      <p:sp>
        <p:nvSpPr>
          <p:cNvPr id="11" name="Rectangle 10">
            <a:extLst>
              <a:ext uri="{FF2B5EF4-FFF2-40B4-BE49-F238E27FC236}">
                <a16:creationId xmlns:a16="http://schemas.microsoft.com/office/drawing/2014/main" id="{211C7C25-6DB6-4DB5-B061-C8F9E8595512}"/>
              </a:ext>
            </a:extLst>
          </p:cNvPr>
          <p:cNvSpPr/>
          <p:nvPr userDrawn="1"/>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a:xfrm>
            <a:off x="510363" y="418290"/>
            <a:ext cx="11171274" cy="359911"/>
          </a:xfrm>
        </p:spPr>
        <p:txBody>
          <a:bodyPr>
            <a:normAutofit/>
          </a:bodyPr>
          <a:lstStyle>
            <a:lvl1pPr>
              <a:defRPr sz="1600" spc="30" baseline="0">
                <a:latin typeface="+mn-lt"/>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9" name="Date Placeholder 3">
            <a:extLst>
              <a:ext uri="{FF2B5EF4-FFF2-40B4-BE49-F238E27FC236}">
                <a16:creationId xmlns:a16="http://schemas.microsoft.com/office/drawing/2014/main" id="{2B50E75A-17F1-4149-B24A-D419E9177B1B}"/>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Tree>
    <p:extLst>
      <p:ext uri="{BB962C8B-B14F-4D97-AF65-F5344CB8AC3E}">
        <p14:creationId xmlns:p14="http://schemas.microsoft.com/office/powerpoint/2010/main" val="630442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nar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6998512" cy="4655473"/>
          </a:xfrm>
        </p:spPr>
        <p:txBody>
          <a:bodyPr/>
          <a:lstStyle>
            <a:lvl1pPr>
              <a:defRPr b="0"/>
            </a:lvl1pPr>
            <a:lvl2pPr>
              <a:spcBef>
                <a:spcPts val="600"/>
              </a:spcBef>
              <a:defRPr/>
            </a:lvl2pPr>
            <a:lvl3pPr>
              <a:spcBef>
                <a:spcPts val="600"/>
              </a:spcBef>
              <a:defRPr/>
            </a:lvl3pPr>
            <a:lvl4pPr>
              <a:spcBef>
                <a:spcPts val="600"/>
              </a:spcBef>
              <a:defRPr/>
            </a:lvl4pPr>
            <a:lvl5pPr>
              <a:spcBef>
                <a:spcPts val="600"/>
              </a:spcBef>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658320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p:txBody>
          <a:bodyPr/>
          <a:lstStyle>
            <a:lvl1pPr>
              <a:defRPr b="0"/>
            </a:lvl1pPr>
            <a:lvl2pPr>
              <a:spcBef>
                <a:spcPts val="600"/>
              </a:spcBef>
              <a:defRPr/>
            </a:lvl2pPr>
            <a:lvl3pPr>
              <a:spcBef>
                <a:spcPts val="600"/>
              </a:spcBef>
              <a:defRPr/>
            </a:lvl3pPr>
            <a:lvl4pPr>
              <a:spcBef>
                <a:spcPts val="600"/>
              </a:spcBef>
              <a:defRPr/>
            </a:lvl4pPr>
            <a:lvl5pPr>
              <a:spcBef>
                <a:spcPts val="600"/>
              </a:spcBef>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967455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474179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Image 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EE8EB0B7-6DCA-4483-843F-D656FE5421AA}"/>
              </a:ext>
            </a:extLst>
          </p:cNvPr>
          <p:cNvSpPr>
            <a:spLocks noGrp="1"/>
          </p:cNvSpPr>
          <p:nvPr>
            <p:ph type="pic" sz="quarter" idx="13"/>
          </p:nvPr>
        </p:nvSpPr>
        <p:spPr>
          <a:xfrm>
            <a:off x="0" y="0"/>
            <a:ext cx="12192000" cy="6858000"/>
          </a:xfrm>
        </p:spPr>
        <p:txBody>
          <a:bodyPr/>
          <a:lstStyle/>
          <a:p>
            <a:endParaRPr lang="en-GB" dirty="0"/>
          </a:p>
        </p:txBody>
      </p:sp>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512717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lstStyle>
            <a:lvl1pPr>
              <a:defRPr sz="1400" b="0"/>
            </a:lvl1pPr>
            <a:lvl2pPr>
              <a:spcBef>
                <a:spcPts val="600"/>
              </a:spcBef>
              <a:defRPr sz="1400"/>
            </a:lvl2pPr>
            <a:lvl3pPr>
              <a:spcBef>
                <a:spcPts val="600"/>
              </a:spcBef>
              <a:defRPr sz="1400"/>
            </a:lvl3pPr>
            <a:lvl4pPr>
              <a:spcBef>
                <a:spcPts val="600"/>
              </a:spcBef>
              <a:defRPr sz="1400"/>
            </a:lvl4pPr>
            <a:lvl5pPr>
              <a:spcBef>
                <a:spcPts val="60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lstStyle>
            <a:lvl1pPr>
              <a:defRPr sz="1400" b="0"/>
            </a:lvl1pPr>
            <a:lvl2pPr>
              <a:spcBef>
                <a:spcPts val="600"/>
              </a:spcBef>
              <a:defRPr sz="1400"/>
            </a:lvl2pPr>
            <a:lvl3pPr>
              <a:spcBef>
                <a:spcPts val="600"/>
              </a:spcBef>
              <a:defRPr sz="1400"/>
            </a:lvl3pPr>
            <a:lvl4pPr>
              <a:spcBef>
                <a:spcPts val="600"/>
              </a:spcBef>
              <a:defRPr sz="1400"/>
            </a:lvl4pPr>
            <a:lvl5pPr>
              <a:spcBef>
                <a:spcPts val="60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376528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smal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noAutofit/>
          </a:bodyPr>
          <a:lstStyle>
            <a:lvl1pPr>
              <a:defRPr sz="1200" b="0"/>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noAutofit/>
          </a:bodyPr>
          <a:lstStyle>
            <a:lvl1pPr>
              <a:defRPr sz="1200" b="0"/>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5950772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3265487" cy="4637088"/>
          </a:xfrm>
        </p:spPr>
        <p:txBody>
          <a:bodyPr>
            <a:noAutofit/>
          </a:bodyPr>
          <a:lstStyle>
            <a:lvl1pPr>
              <a:defRPr sz="1200" b="0"/>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4243388" y="1285875"/>
            <a:ext cx="3265487" cy="4637088"/>
          </a:xfrm>
        </p:spPr>
        <p:txBody>
          <a:bodyPr>
            <a:noAutofit/>
          </a:bodyPr>
          <a:lstStyle>
            <a:lvl1pPr>
              <a:defRPr sz="1200" b="0"/>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7985125" y="1285875"/>
            <a:ext cx="3265487" cy="4637088"/>
          </a:xfrm>
        </p:spPr>
        <p:txBody>
          <a:bodyPr>
            <a:noAutofit/>
          </a:bodyPr>
          <a:lstStyle>
            <a:lvl1pPr>
              <a:defRPr sz="1200" b="0"/>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86149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9" y="1285875"/>
            <a:ext cx="2436812" cy="4637088"/>
          </a:xfrm>
        </p:spPr>
        <p:txBody>
          <a:bodyPr>
            <a:noAutofit/>
          </a:bodyPr>
          <a:lstStyle>
            <a:lvl1pPr>
              <a:defRPr sz="1200" b="1">
                <a:solidFill>
                  <a:schemeClr val="accent2"/>
                </a:solidFill>
              </a:defRPr>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3429795" y="1285875"/>
            <a:ext cx="2436812" cy="4637088"/>
          </a:xfrm>
        </p:spPr>
        <p:txBody>
          <a:bodyPr>
            <a:noAutofit/>
          </a:bodyPr>
          <a:lstStyle>
            <a:lvl1pPr>
              <a:defRPr sz="1200" b="1">
                <a:solidFill>
                  <a:schemeClr val="accent2"/>
                </a:solidFill>
              </a:defRPr>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6350001" y="1285875"/>
            <a:ext cx="2436812" cy="4637088"/>
          </a:xfrm>
        </p:spPr>
        <p:txBody>
          <a:bodyPr>
            <a:noAutofit/>
          </a:bodyPr>
          <a:lstStyle>
            <a:lvl1pPr>
              <a:defRPr sz="1200" b="1">
                <a:solidFill>
                  <a:schemeClr val="accent2"/>
                </a:solidFill>
              </a:defRPr>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Content Placeholder 3">
            <a:extLst>
              <a:ext uri="{FF2B5EF4-FFF2-40B4-BE49-F238E27FC236}">
                <a16:creationId xmlns:a16="http://schemas.microsoft.com/office/drawing/2014/main" id="{4DAA7483-08C3-4C1B-967A-4FB6B7CAC56F}"/>
              </a:ext>
            </a:extLst>
          </p:cNvPr>
          <p:cNvSpPr>
            <a:spLocks noGrp="1"/>
          </p:cNvSpPr>
          <p:nvPr>
            <p:ph sz="half" idx="14" hasCustomPrompt="1"/>
          </p:nvPr>
        </p:nvSpPr>
        <p:spPr>
          <a:xfrm>
            <a:off x="9270207" y="1285875"/>
            <a:ext cx="2436812" cy="4637088"/>
          </a:xfrm>
        </p:spPr>
        <p:txBody>
          <a:bodyPr>
            <a:noAutofit/>
          </a:bodyPr>
          <a:lstStyle>
            <a:lvl1pPr>
              <a:defRPr sz="1200" b="1">
                <a:solidFill>
                  <a:schemeClr val="accent2"/>
                </a:solidFill>
              </a:defRPr>
            </a:lvl1pPr>
            <a:lvl2pPr>
              <a:spcBef>
                <a:spcPts val="600"/>
              </a:spcBef>
              <a:defRPr sz="1200"/>
            </a:lvl2pPr>
            <a:lvl3pPr>
              <a:spcBef>
                <a:spcPts val="600"/>
              </a:spcBef>
              <a:defRPr sz="1200"/>
            </a:lvl3pPr>
            <a:lvl4pPr>
              <a:spcBef>
                <a:spcPts val="600"/>
              </a:spcBef>
              <a:defRPr sz="1200"/>
            </a:lvl4pPr>
            <a:lvl5pPr>
              <a:spcBef>
                <a:spcPts val="600"/>
              </a:spcBef>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668838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D5F03CE-D3E5-4038-8C56-708625F4A791}"/>
              </a:ext>
            </a:extLst>
          </p:cNvPr>
          <p:cNvSpPr>
            <a:spLocks noGrp="1"/>
          </p:cNvSpPr>
          <p:nvPr>
            <p:ph type="pic" sz="quarter" idx="13"/>
          </p:nvPr>
        </p:nvSpPr>
        <p:spPr>
          <a:xfrm>
            <a:off x="6096000" y="0"/>
            <a:ext cx="6089650" cy="6858000"/>
          </a:xfrm>
        </p:spPr>
        <p:txBody>
          <a:bodyPr/>
          <a:lstStyle/>
          <a:p>
            <a:endParaRPr lang="en-GB"/>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846948"/>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040312" cy="4637088"/>
          </a:xfrm>
        </p:spPr>
        <p:txBody>
          <a:bodyPr/>
          <a:lstStyle>
            <a:lvl2pPr>
              <a:spcBef>
                <a:spcPts val="600"/>
              </a:spcBef>
              <a:defRPr/>
            </a:lvl2pPr>
            <a:lvl3pPr>
              <a:spcBef>
                <a:spcPts val="600"/>
              </a:spcBef>
              <a:defRPr/>
            </a:lvl3pPr>
            <a:lvl4pPr>
              <a:spcBef>
                <a:spcPts val="600"/>
              </a:spcBef>
              <a:defRPr/>
            </a:lvl4pPr>
            <a:lvl5pPr>
              <a:spcBef>
                <a:spcPts val="600"/>
              </a:spcBef>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1418424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Image 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89D703F4-20FC-4174-BE5A-B085E4F085D2}"/>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3" y="2243929"/>
            <a:ext cx="4680000" cy="3718848"/>
          </a:xfrm>
        </p:spPr>
        <p:txBody>
          <a:bodyPr>
            <a:noAutofit/>
          </a:bodyPr>
          <a:lstStyle>
            <a:lvl1pPr>
              <a:defRPr sz="1800"/>
            </a:lvl1pPr>
            <a:lvl2pPr>
              <a:spcBef>
                <a:spcPts val="600"/>
              </a:spcBef>
              <a:defRPr sz="1800"/>
            </a:lvl2pPr>
            <a:lvl3pPr>
              <a:spcBef>
                <a:spcPts val="600"/>
              </a:spcBef>
              <a:defRPr sz="1800"/>
            </a:lvl3pPr>
            <a:lvl4pPr>
              <a:spcBef>
                <a:spcPts val="600"/>
              </a:spcBef>
              <a:defRPr sz="1800"/>
            </a:lvl4pPr>
            <a:lvl5pPr>
              <a:spcBef>
                <a:spcPts val="600"/>
              </a:spcBef>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8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illustr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4860000" cy="4655473"/>
          </a:xfrm>
        </p:spPr>
        <p:txBody>
          <a:bodyPr/>
          <a:lstStyle>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581358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286000" cy="22860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286000" cy="22860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286000" cy="22860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286000" cy="22860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03901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6" name="Text Placeholder 16">
            <a:extLst>
              <a:ext uri="{FF2B5EF4-FFF2-40B4-BE49-F238E27FC236}">
                <a16:creationId xmlns:a16="http://schemas.microsoft.com/office/drawing/2014/main" id="{89134B74-8383-41D2-8F47-83D56A549A82}"/>
              </a:ext>
            </a:extLst>
          </p:cNvPr>
          <p:cNvSpPr>
            <a:spLocks noGrp="1"/>
          </p:cNvSpPr>
          <p:nvPr>
            <p:ph type="body" sz="quarter" idx="19" hasCustomPrompt="1"/>
          </p:nvPr>
        </p:nvSpPr>
        <p:spPr>
          <a:xfrm>
            <a:off x="509588"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Picture Placeholder 11">
            <a:extLst>
              <a:ext uri="{FF2B5EF4-FFF2-40B4-BE49-F238E27FC236}">
                <a16:creationId xmlns:a16="http://schemas.microsoft.com/office/drawing/2014/main" id="{2F0D76AA-1DFE-4D79-812C-186D68189905}"/>
              </a:ext>
            </a:extLst>
          </p:cNvPr>
          <p:cNvSpPr>
            <a:spLocks noGrp="1"/>
          </p:cNvSpPr>
          <p:nvPr>
            <p:ph type="pic" sz="quarter" idx="15"/>
          </p:nvPr>
        </p:nvSpPr>
        <p:spPr>
          <a:xfrm>
            <a:off x="509586" y="1285875"/>
            <a:ext cx="4856165" cy="2286000"/>
          </a:xfrm>
        </p:spPr>
        <p:txBody>
          <a:bodyPr/>
          <a:lstStyle/>
          <a:p>
            <a:endParaRPr lang="en-GB" dirty="0"/>
          </a:p>
        </p:txBody>
      </p:sp>
      <p:sp>
        <p:nvSpPr>
          <p:cNvPr id="22" name="Picture Placeholder 11">
            <a:extLst>
              <a:ext uri="{FF2B5EF4-FFF2-40B4-BE49-F238E27FC236}">
                <a16:creationId xmlns:a16="http://schemas.microsoft.com/office/drawing/2014/main" id="{87E9B1C2-9C05-461F-8E14-2DFF60A2E714}"/>
              </a:ext>
            </a:extLst>
          </p:cNvPr>
          <p:cNvSpPr>
            <a:spLocks noGrp="1"/>
          </p:cNvSpPr>
          <p:nvPr>
            <p:ph type="pic" sz="quarter" idx="16"/>
          </p:nvPr>
        </p:nvSpPr>
        <p:spPr>
          <a:xfrm>
            <a:off x="6095998" y="1285875"/>
            <a:ext cx="4856165" cy="2286000"/>
          </a:xfrm>
        </p:spPr>
        <p:txBody>
          <a:bodyPr/>
          <a:lstStyle/>
          <a:p>
            <a:endParaRPr lang="en-GB" dirty="0"/>
          </a:p>
        </p:txBody>
      </p:sp>
      <p:sp>
        <p:nvSpPr>
          <p:cNvPr id="23" name="Text Placeholder 16">
            <a:extLst>
              <a:ext uri="{FF2B5EF4-FFF2-40B4-BE49-F238E27FC236}">
                <a16:creationId xmlns:a16="http://schemas.microsoft.com/office/drawing/2014/main" id="{06D13294-8C21-4034-890D-D7F6DFCCBBA0}"/>
              </a:ext>
            </a:extLst>
          </p:cNvPr>
          <p:cNvSpPr>
            <a:spLocks noGrp="1"/>
          </p:cNvSpPr>
          <p:nvPr>
            <p:ph type="body" sz="quarter" idx="20" hasCustomPrompt="1"/>
          </p:nvPr>
        </p:nvSpPr>
        <p:spPr>
          <a:xfrm>
            <a:off x="6096000"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610558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ght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436812" cy="11557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436812" cy="11557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436812" cy="11557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436812" cy="11557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6" name="Text Placeholder 16">
            <a:extLst>
              <a:ext uri="{FF2B5EF4-FFF2-40B4-BE49-F238E27FC236}">
                <a16:creationId xmlns:a16="http://schemas.microsoft.com/office/drawing/2014/main" id="{A5B28517-BD15-4CC9-8966-9E26A25496B5}"/>
              </a:ext>
            </a:extLst>
          </p:cNvPr>
          <p:cNvSpPr>
            <a:spLocks noGrp="1"/>
          </p:cNvSpPr>
          <p:nvPr>
            <p:ph type="body" sz="quarter" idx="23" hasCustomPrompt="1"/>
          </p:nvPr>
        </p:nvSpPr>
        <p:spPr>
          <a:xfrm>
            <a:off x="50958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1" name="Picture Placeholder 11">
            <a:extLst>
              <a:ext uri="{FF2B5EF4-FFF2-40B4-BE49-F238E27FC236}">
                <a16:creationId xmlns:a16="http://schemas.microsoft.com/office/drawing/2014/main" id="{8DC2FAE1-3931-4C38-89A6-B5757B715A9F}"/>
              </a:ext>
            </a:extLst>
          </p:cNvPr>
          <p:cNvSpPr>
            <a:spLocks noGrp="1"/>
          </p:cNvSpPr>
          <p:nvPr>
            <p:ph type="pic" sz="quarter" idx="24"/>
          </p:nvPr>
        </p:nvSpPr>
        <p:spPr>
          <a:xfrm>
            <a:off x="509588" y="3910310"/>
            <a:ext cx="2436812" cy="1155700"/>
          </a:xfrm>
        </p:spPr>
        <p:txBody>
          <a:bodyPr/>
          <a:lstStyle/>
          <a:p>
            <a:endParaRPr lang="en-GB" dirty="0"/>
          </a:p>
        </p:txBody>
      </p:sp>
      <p:sp>
        <p:nvSpPr>
          <p:cNvPr id="22" name="Picture Placeholder 11">
            <a:extLst>
              <a:ext uri="{FF2B5EF4-FFF2-40B4-BE49-F238E27FC236}">
                <a16:creationId xmlns:a16="http://schemas.microsoft.com/office/drawing/2014/main" id="{B9AF8D75-77C0-43DC-B154-6C1DAD605D7B}"/>
              </a:ext>
            </a:extLst>
          </p:cNvPr>
          <p:cNvSpPr>
            <a:spLocks noGrp="1"/>
          </p:cNvSpPr>
          <p:nvPr>
            <p:ph type="pic" sz="quarter" idx="25"/>
          </p:nvPr>
        </p:nvSpPr>
        <p:spPr>
          <a:xfrm>
            <a:off x="3330198" y="3910310"/>
            <a:ext cx="2436812" cy="1155700"/>
          </a:xfrm>
        </p:spPr>
        <p:txBody>
          <a:bodyPr/>
          <a:lstStyle/>
          <a:p>
            <a:endParaRPr lang="en-GB" dirty="0"/>
          </a:p>
        </p:txBody>
      </p:sp>
      <p:sp>
        <p:nvSpPr>
          <p:cNvPr id="23" name="Picture Placeholder 11">
            <a:extLst>
              <a:ext uri="{FF2B5EF4-FFF2-40B4-BE49-F238E27FC236}">
                <a16:creationId xmlns:a16="http://schemas.microsoft.com/office/drawing/2014/main" id="{D2F053D7-8657-4D69-9D6B-6A31D3EE191F}"/>
              </a:ext>
            </a:extLst>
          </p:cNvPr>
          <p:cNvSpPr>
            <a:spLocks noGrp="1"/>
          </p:cNvSpPr>
          <p:nvPr>
            <p:ph type="pic" sz="quarter" idx="26"/>
          </p:nvPr>
        </p:nvSpPr>
        <p:spPr>
          <a:xfrm>
            <a:off x="6150808" y="3910310"/>
            <a:ext cx="2436812" cy="1155700"/>
          </a:xfrm>
        </p:spPr>
        <p:txBody>
          <a:bodyPr/>
          <a:lstStyle/>
          <a:p>
            <a:endParaRPr lang="en-GB" dirty="0"/>
          </a:p>
        </p:txBody>
      </p:sp>
      <p:sp>
        <p:nvSpPr>
          <p:cNvPr id="24" name="Picture Placeholder 11">
            <a:extLst>
              <a:ext uri="{FF2B5EF4-FFF2-40B4-BE49-F238E27FC236}">
                <a16:creationId xmlns:a16="http://schemas.microsoft.com/office/drawing/2014/main" id="{7109D2C2-06AB-4833-8A7E-8B77411F1184}"/>
              </a:ext>
            </a:extLst>
          </p:cNvPr>
          <p:cNvSpPr>
            <a:spLocks noGrp="1"/>
          </p:cNvSpPr>
          <p:nvPr>
            <p:ph type="pic" sz="quarter" idx="27"/>
          </p:nvPr>
        </p:nvSpPr>
        <p:spPr>
          <a:xfrm>
            <a:off x="8971418" y="3910310"/>
            <a:ext cx="2436812" cy="1155700"/>
          </a:xfrm>
        </p:spPr>
        <p:txBody>
          <a:bodyPr/>
          <a:lstStyle/>
          <a:p>
            <a:endParaRPr lang="en-GB" dirty="0"/>
          </a:p>
        </p:txBody>
      </p:sp>
      <p:sp>
        <p:nvSpPr>
          <p:cNvPr id="25" name="Text Placeholder 16">
            <a:extLst>
              <a:ext uri="{FF2B5EF4-FFF2-40B4-BE49-F238E27FC236}">
                <a16:creationId xmlns:a16="http://schemas.microsoft.com/office/drawing/2014/main" id="{3407D2D6-C5F5-4E02-A032-FD8D85631D98}"/>
              </a:ext>
            </a:extLst>
          </p:cNvPr>
          <p:cNvSpPr>
            <a:spLocks noGrp="1"/>
          </p:cNvSpPr>
          <p:nvPr>
            <p:ph type="body" sz="quarter" idx="28" hasCustomPrompt="1"/>
          </p:nvPr>
        </p:nvSpPr>
        <p:spPr>
          <a:xfrm>
            <a:off x="333019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6" name="Text Placeholder 16">
            <a:extLst>
              <a:ext uri="{FF2B5EF4-FFF2-40B4-BE49-F238E27FC236}">
                <a16:creationId xmlns:a16="http://schemas.microsoft.com/office/drawing/2014/main" id="{66694D52-5B0A-4635-86D1-9F3CE3083732}"/>
              </a:ext>
            </a:extLst>
          </p:cNvPr>
          <p:cNvSpPr>
            <a:spLocks noGrp="1"/>
          </p:cNvSpPr>
          <p:nvPr>
            <p:ph type="body" sz="quarter" idx="29" hasCustomPrompt="1"/>
          </p:nvPr>
        </p:nvSpPr>
        <p:spPr>
          <a:xfrm>
            <a:off x="615080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7" name="Text Placeholder 16">
            <a:extLst>
              <a:ext uri="{FF2B5EF4-FFF2-40B4-BE49-F238E27FC236}">
                <a16:creationId xmlns:a16="http://schemas.microsoft.com/office/drawing/2014/main" id="{F369DB06-CE64-460F-896F-F6D7BC4413B3}"/>
              </a:ext>
            </a:extLst>
          </p:cNvPr>
          <p:cNvSpPr>
            <a:spLocks noGrp="1"/>
          </p:cNvSpPr>
          <p:nvPr>
            <p:ph type="body" sz="quarter" idx="30" hasCustomPrompt="1"/>
          </p:nvPr>
        </p:nvSpPr>
        <p:spPr>
          <a:xfrm>
            <a:off x="897141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Tree>
    <p:extLst>
      <p:ext uri="{BB962C8B-B14F-4D97-AF65-F5344CB8AC3E}">
        <p14:creationId xmlns:p14="http://schemas.microsoft.com/office/powerpoint/2010/main" val="771473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circl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21994" y="1265238"/>
            <a:ext cx="2412000" cy="2412000"/>
          </a:xfrm>
          <a:prstGeom prst="ellipse">
            <a:avLst/>
          </a:prstGeom>
          <a:ln>
            <a:solidFill>
              <a:schemeClr val="tx1"/>
            </a:solidFill>
          </a:ln>
        </p:spPr>
        <p:txBody>
          <a:bodyPr anchor="ctr" anchorCtr="0">
            <a:normAutofit/>
          </a:bodyPr>
          <a:lstStyle>
            <a:lvl1pPr algn="ctr">
              <a:defRPr sz="1800" b="0"/>
            </a:lvl1pPr>
            <a:lvl2pPr algn="ctr">
              <a:spcBef>
                <a:spcPts val="600"/>
              </a:spcBef>
              <a:defRPr sz="1800" b="1">
                <a:solidFill>
                  <a:schemeClr val="accent2"/>
                </a:solidFill>
              </a:defRPr>
            </a:lvl2pPr>
          </a:lstStyle>
          <a:p>
            <a:pPr lvl="0"/>
            <a:r>
              <a:rPr lang="en-US" dirty="0"/>
              <a:t>Click to edit master text styles</a:t>
            </a:r>
          </a:p>
          <a:p>
            <a:pPr lvl="1"/>
            <a:r>
              <a:rPr lang="en-US" dirty="0"/>
              <a:t>Second level</a:t>
            </a:r>
          </a:p>
        </p:txBody>
      </p:sp>
      <p:sp>
        <p:nvSpPr>
          <p:cNvPr id="21" name="Text Placeholder 7">
            <a:extLst>
              <a:ext uri="{FF2B5EF4-FFF2-40B4-BE49-F238E27FC236}">
                <a16:creationId xmlns:a16="http://schemas.microsoft.com/office/drawing/2014/main" id="{8E66F550-E782-4ACE-B58C-DCEEE04D83B2}"/>
              </a:ext>
            </a:extLst>
          </p:cNvPr>
          <p:cNvSpPr>
            <a:spLocks noGrp="1"/>
          </p:cNvSpPr>
          <p:nvPr>
            <p:ph type="body" sz="quarter" idx="24" hasCustomPrompt="1"/>
          </p:nvPr>
        </p:nvSpPr>
        <p:spPr>
          <a:xfrm>
            <a:off x="3342604" y="1265238"/>
            <a:ext cx="2412000" cy="2412000"/>
          </a:xfrm>
          <a:prstGeom prst="ellipse">
            <a:avLst/>
          </a:prstGeom>
          <a:ln>
            <a:solidFill>
              <a:schemeClr val="tx1"/>
            </a:solidFill>
          </a:ln>
        </p:spPr>
        <p:txBody>
          <a:bodyPr anchor="ctr" anchorCtr="0">
            <a:normAutofit/>
          </a:bodyPr>
          <a:lstStyle>
            <a:lvl1pPr algn="ctr">
              <a:defRPr sz="1800" b="0"/>
            </a:lvl1pPr>
            <a:lvl2pPr algn="ctr">
              <a:spcBef>
                <a:spcPts val="600"/>
              </a:spcBef>
              <a:defRPr sz="1800" b="1">
                <a:solidFill>
                  <a:schemeClr val="accent2"/>
                </a:solidFill>
              </a:defRPr>
            </a:lvl2pPr>
          </a:lstStyle>
          <a:p>
            <a:pPr lvl="0"/>
            <a:r>
              <a:rPr lang="en-US" dirty="0"/>
              <a:t>Click to edit master text styles</a:t>
            </a:r>
          </a:p>
          <a:p>
            <a:pPr lvl="1"/>
            <a:r>
              <a:rPr lang="en-US" dirty="0"/>
              <a:t>Second level</a:t>
            </a:r>
          </a:p>
        </p:txBody>
      </p:sp>
      <p:sp>
        <p:nvSpPr>
          <p:cNvPr id="22" name="Text Placeholder 7">
            <a:extLst>
              <a:ext uri="{FF2B5EF4-FFF2-40B4-BE49-F238E27FC236}">
                <a16:creationId xmlns:a16="http://schemas.microsoft.com/office/drawing/2014/main" id="{44E0CD34-26BF-4377-AAC7-C23FC9C5A1B9}"/>
              </a:ext>
            </a:extLst>
          </p:cNvPr>
          <p:cNvSpPr>
            <a:spLocks noGrp="1"/>
          </p:cNvSpPr>
          <p:nvPr>
            <p:ph type="body" sz="quarter" idx="25" hasCustomPrompt="1"/>
          </p:nvPr>
        </p:nvSpPr>
        <p:spPr>
          <a:xfrm>
            <a:off x="6163214" y="1265238"/>
            <a:ext cx="2412000" cy="2412000"/>
          </a:xfrm>
          <a:prstGeom prst="ellipse">
            <a:avLst/>
          </a:prstGeom>
          <a:ln>
            <a:solidFill>
              <a:schemeClr val="tx1"/>
            </a:solidFill>
          </a:ln>
        </p:spPr>
        <p:txBody>
          <a:bodyPr anchor="ctr" anchorCtr="0">
            <a:normAutofit/>
          </a:bodyPr>
          <a:lstStyle>
            <a:lvl1pPr algn="ctr">
              <a:defRPr sz="1800" b="0"/>
            </a:lvl1pPr>
            <a:lvl2pPr algn="ctr">
              <a:spcBef>
                <a:spcPts val="600"/>
              </a:spcBef>
              <a:defRPr sz="1800" b="1">
                <a:solidFill>
                  <a:schemeClr val="accent2"/>
                </a:solidFill>
              </a:defRPr>
            </a:lvl2pPr>
          </a:lstStyle>
          <a:p>
            <a:pPr lvl="0"/>
            <a:r>
              <a:rPr lang="en-US" dirty="0"/>
              <a:t>Click to edit master text styles</a:t>
            </a:r>
          </a:p>
          <a:p>
            <a:pPr lvl="1"/>
            <a:r>
              <a:rPr lang="en-US" dirty="0"/>
              <a:t>Second level</a:t>
            </a:r>
          </a:p>
        </p:txBody>
      </p:sp>
      <p:sp>
        <p:nvSpPr>
          <p:cNvPr id="23" name="Text Placeholder 7">
            <a:extLst>
              <a:ext uri="{FF2B5EF4-FFF2-40B4-BE49-F238E27FC236}">
                <a16:creationId xmlns:a16="http://schemas.microsoft.com/office/drawing/2014/main" id="{CFB3A794-A323-4426-B9B9-952E9B178D81}"/>
              </a:ext>
            </a:extLst>
          </p:cNvPr>
          <p:cNvSpPr>
            <a:spLocks noGrp="1"/>
          </p:cNvSpPr>
          <p:nvPr>
            <p:ph type="body" sz="quarter" idx="26" hasCustomPrompt="1"/>
          </p:nvPr>
        </p:nvSpPr>
        <p:spPr>
          <a:xfrm>
            <a:off x="8983824" y="1265238"/>
            <a:ext cx="2412000" cy="2412000"/>
          </a:xfrm>
          <a:prstGeom prst="ellipse">
            <a:avLst/>
          </a:prstGeom>
          <a:ln>
            <a:solidFill>
              <a:schemeClr val="tx1"/>
            </a:solidFill>
          </a:ln>
        </p:spPr>
        <p:txBody>
          <a:bodyPr anchor="ctr" anchorCtr="0">
            <a:normAutofit/>
          </a:bodyPr>
          <a:lstStyle>
            <a:lvl1pPr algn="ctr">
              <a:defRPr sz="1800" b="0"/>
            </a:lvl1pPr>
            <a:lvl2pPr algn="ctr">
              <a:spcBef>
                <a:spcPts val="600"/>
              </a:spcBef>
              <a:defRPr sz="1800" b="1">
                <a:solidFill>
                  <a:schemeClr val="accent2"/>
                </a:solidFil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880670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7000"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64412"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91823"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335979"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46100"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991823"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Tree>
    <p:extLst>
      <p:ext uri="{BB962C8B-B14F-4D97-AF65-F5344CB8AC3E}">
        <p14:creationId xmlns:p14="http://schemas.microsoft.com/office/powerpoint/2010/main" val="20680949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ght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145479"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00912"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864823"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1" name="Text Placeholder 16">
            <a:extLst>
              <a:ext uri="{FF2B5EF4-FFF2-40B4-BE49-F238E27FC236}">
                <a16:creationId xmlns:a16="http://schemas.microsoft.com/office/drawing/2014/main" id="{D053614B-C29F-439D-8F34-868A1FB74612}"/>
              </a:ext>
            </a:extLst>
          </p:cNvPr>
          <p:cNvSpPr>
            <a:spLocks noGrp="1"/>
          </p:cNvSpPr>
          <p:nvPr>
            <p:ph type="body" sz="quarter" idx="27" hasCustomPrompt="1"/>
          </p:nvPr>
        </p:nvSpPr>
        <p:spPr>
          <a:xfrm>
            <a:off x="31384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2" name="Text Placeholder 16">
            <a:extLst>
              <a:ext uri="{FF2B5EF4-FFF2-40B4-BE49-F238E27FC236}">
                <a16:creationId xmlns:a16="http://schemas.microsoft.com/office/drawing/2014/main" id="{195958D4-AA43-48A3-A31D-AA7FD9997A46}"/>
              </a:ext>
            </a:extLst>
          </p:cNvPr>
          <p:cNvSpPr>
            <a:spLocks noGrp="1"/>
          </p:cNvSpPr>
          <p:nvPr>
            <p:ph type="body" sz="quarter" idx="28" hasCustomPrompt="1"/>
          </p:nvPr>
        </p:nvSpPr>
        <p:spPr>
          <a:xfrm>
            <a:off x="6097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3" name="Text Placeholder 16">
            <a:extLst>
              <a:ext uri="{FF2B5EF4-FFF2-40B4-BE49-F238E27FC236}">
                <a16:creationId xmlns:a16="http://schemas.microsoft.com/office/drawing/2014/main" id="{AB4D04C2-2263-46A7-9504-27C4EA99D36D}"/>
              </a:ext>
            </a:extLst>
          </p:cNvPr>
          <p:cNvSpPr>
            <a:spLocks noGrp="1"/>
          </p:cNvSpPr>
          <p:nvPr>
            <p:ph type="body" sz="quarter" idx="29" hasCustomPrompt="1"/>
          </p:nvPr>
        </p:nvSpPr>
        <p:spPr>
          <a:xfrm>
            <a:off x="88788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5" name="Text Placeholder 16">
            <a:extLst>
              <a:ext uri="{FF2B5EF4-FFF2-40B4-BE49-F238E27FC236}">
                <a16:creationId xmlns:a16="http://schemas.microsoft.com/office/drawing/2014/main" id="{ECA847AF-B817-4119-97AF-FDECB88DC14D}"/>
              </a:ext>
            </a:extLst>
          </p:cNvPr>
          <p:cNvSpPr>
            <a:spLocks noGrp="1"/>
          </p:cNvSpPr>
          <p:nvPr>
            <p:ph type="body" sz="quarter" idx="30" hasCustomPrompt="1"/>
          </p:nvPr>
        </p:nvSpPr>
        <p:spPr>
          <a:xfrm>
            <a:off x="509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26" name="Text Placeholder 7">
            <a:extLst>
              <a:ext uri="{FF2B5EF4-FFF2-40B4-BE49-F238E27FC236}">
                <a16:creationId xmlns:a16="http://schemas.microsoft.com/office/drawing/2014/main" id="{C832ADD4-F50F-454E-B2D9-876D8FB35595}"/>
              </a:ext>
            </a:extLst>
          </p:cNvPr>
          <p:cNvSpPr>
            <a:spLocks noGrp="1"/>
          </p:cNvSpPr>
          <p:nvPr>
            <p:ph type="body" sz="quarter" idx="31" hasCustomPrompt="1"/>
          </p:nvPr>
        </p:nvSpPr>
        <p:spPr>
          <a:xfrm>
            <a:off x="509588"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7" name="Text Placeholder 7">
            <a:extLst>
              <a:ext uri="{FF2B5EF4-FFF2-40B4-BE49-F238E27FC236}">
                <a16:creationId xmlns:a16="http://schemas.microsoft.com/office/drawing/2014/main" id="{6ACFFE69-15A9-487F-8FA4-4E14F0B61A53}"/>
              </a:ext>
            </a:extLst>
          </p:cNvPr>
          <p:cNvSpPr>
            <a:spLocks noGrp="1"/>
          </p:cNvSpPr>
          <p:nvPr>
            <p:ph type="body" sz="quarter" idx="32" hasCustomPrompt="1"/>
          </p:nvPr>
        </p:nvSpPr>
        <p:spPr>
          <a:xfrm>
            <a:off x="3145479"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8" name="Text Placeholder 7">
            <a:extLst>
              <a:ext uri="{FF2B5EF4-FFF2-40B4-BE49-F238E27FC236}">
                <a16:creationId xmlns:a16="http://schemas.microsoft.com/office/drawing/2014/main" id="{1FB81596-48BA-4359-88E6-7F2C6B3CF463}"/>
              </a:ext>
            </a:extLst>
          </p:cNvPr>
          <p:cNvSpPr>
            <a:spLocks noGrp="1"/>
          </p:cNvSpPr>
          <p:nvPr>
            <p:ph type="body" sz="quarter" idx="33" hasCustomPrompt="1"/>
          </p:nvPr>
        </p:nvSpPr>
        <p:spPr>
          <a:xfrm>
            <a:off x="6100912"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9" name="Text Placeholder 7">
            <a:extLst>
              <a:ext uri="{FF2B5EF4-FFF2-40B4-BE49-F238E27FC236}">
                <a16:creationId xmlns:a16="http://schemas.microsoft.com/office/drawing/2014/main" id="{5CDF8EA0-7409-4EEC-84A9-99386E2DA0B7}"/>
              </a:ext>
            </a:extLst>
          </p:cNvPr>
          <p:cNvSpPr>
            <a:spLocks noGrp="1"/>
          </p:cNvSpPr>
          <p:nvPr>
            <p:ph type="body" sz="quarter" idx="34" hasCustomPrompt="1"/>
          </p:nvPr>
        </p:nvSpPr>
        <p:spPr>
          <a:xfrm>
            <a:off x="8864823"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30" name="Text Placeholder 16">
            <a:extLst>
              <a:ext uri="{FF2B5EF4-FFF2-40B4-BE49-F238E27FC236}">
                <a16:creationId xmlns:a16="http://schemas.microsoft.com/office/drawing/2014/main" id="{24718102-A97F-483B-A9E6-474C8018ADA9}"/>
              </a:ext>
            </a:extLst>
          </p:cNvPr>
          <p:cNvSpPr>
            <a:spLocks noGrp="1"/>
          </p:cNvSpPr>
          <p:nvPr>
            <p:ph type="body" sz="quarter" idx="35" hasCustomPrompt="1"/>
          </p:nvPr>
        </p:nvSpPr>
        <p:spPr>
          <a:xfrm>
            <a:off x="31384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31" name="Text Placeholder 16">
            <a:extLst>
              <a:ext uri="{FF2B5EF4-FFF2-40B4-BE49-F238E27FC236}">
                <a16:creationId xmlns:a16="http://schemas.microsoft.com/office/drawing/2014/main" id="{AA260A7C-8FFD-4C6E-91CE-B0470195A70D}"/>
              </a:ext>
            </a:extLst>
          </p:cNvPr>
          <p:cNvSpPr>
            <a:spLocks noGrp="1"/>
          </p:cNvSpPr>
          <p:nvPr>
            <p:ph type="body" sz="quarter" idx="36" hasCustomPrompt="1"/>
          </p:nvPr>
        </p:nvSpPr>
        <p:spPr>
          <a:xfrm>
            <a:off x="6097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32" name="Text Placeholder 16">
            <a:extLst>
              <a:ext uri="{FF2B5EF4-FFF2-40B4-BE49-F238E27FC236}">
                <a16:creationId xmlns:a16="http://schemas.microsoft.com/office/drawing/2014/main" id="{1E55353B-A437-4DD1-85DB-2956FF65DD04}"/>
              </a:ext>
            </a:extLst>
          </p:cNvPr>
          <p:cNvSpPr>
            <a:spLocks noGrp="1"/>
          </p:cNvSpPr>
          <p:nvPr>
            <p:ph type="body" sz="quarter" idx="37" hasCustomPrompt="1"/>
          </p:nvPr>
        </p:nvSpPr>
        <p:spPr>
          <a:xfrm>
            <a:off x="88788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Tree>
    <p:extLst>
      <p:ext uri="{BB962C8B-B14F-4D97-AF65-F5344CB8AC3E}">
        <p14:creationId xmlns:p14="http://schemas.microsoft.com/office/powerpoint/2010/main" val="6118095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Visualis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1042210"/>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930399"/>
            <a:ext cx="5040312" cy="3992563"/>
          </a:xfrm>
        </p:spPr>
        <p:txBody>
          <a:bodyPr>
            <a:noAutofit/>
          </a:bodyPr>
          <a:lstStyle>
            <a:lvl1pPr>
              <a:spcBef>
                <a:spcPts val="0"/>
              </a:spcBef>
              <a:spcAft>
                <a:spcPts val="1000"/>
              </a:spcAft>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Chart Placeholder 9">
            <a:extLst>
              <a:ext uri="{FF2B5EF4-FFF2-40B4-BE49-F238E27FC236}">
                <a16:creationId xmlns:a16="http://schemas.microsoft.com/office/drawing/2014/main" id="{F92B422B-57C0-445B-982A-FFF6AB0DCDBE}"/>
              </a:ext>
            </a:extLst>
          </p:cNvPr>
          <p:cNvSpPr>
            <a:spLocks noGrp="1"/>
          </p:cNvSpPr>
          <p:nvPr>
            <p:ph type="chart" sz="quarter" idx="13"/>
          </p:nvPr>
        </p:nvSpPr>
        <p:spPr>
          <a:xfrm>
            <a:off x="6329363" y="520700"/>
            <a:ext cx="2468562" cy="2641600"/>
          </a:xfrm>
        </p:spPr>
        <p:txBody>
          <a:bodyPr/>
          <a:lstStyle/>
          <a:p>
            <a:endParaRPr lang="en-GB" dirty="0"/>
          </a:p>
        </p:txBody>
      </p:sp>
      <p:sp>
        <p:nvSpPr>
          <p:cNvPr id="11" name="Chart Placeholder 9">
            <a:extLst>
              <a:ext uri="{FF2B5EF4-FFF2-40B4-BE49-F238E27FC236}">
                <a16:creationId xmlns:a16="http://schemas.microsoft.com/office/drawing/2014/main" id="{0DB3372A-ADFE-49FB-B75B-BA6CE3C2562D}"/>
              </a:ext>
            </a:extLst>
          </p:cNvPr>
          <p:cNvSpPr>
            <a:spLocks noGrp="1"/>
          </p:cNvSpPr>
          <p:nvPr>
            <p:ph type="chart" sz="quarter" idx="14"/>
          </p:nvPr>
        </p:nvSpPr>
        <p:spPr>
          <a:xfrm>
            <a:off x="9288463" y="520700"/>
            <a:ext cx="2468562" cy="2641600"/>
          </a:xfrm>
        </p:spPr>
        <p:txBody>
          <a:bodyPr/>
          <a:lstStyle/>
          <a:p>
            <a:endParaRPr lang="en-GB" dirty="0"/>
          </a:p>
        </p:txBody>
      </p:sp>
      <p:sp>
        <p:nvSpPr>
          <p:cNvPr id="12" name="Chart Placeholder 9">
            <a:extLst>
              <a:ext uri="{FF2B5EF4-FFF2-40B4-BE49-F238E27FC236}">
                <a16:creationId xmlns:a16="http://schemas.microsoft.com/office/drawing/2014/main" id="{F4247118-8718-4863-A3C4-E7411F40AF33}"/>
              </a:ext>
            </a:extLst>
          </p:cNvPr>
          <p:cNvSpPr>
            <a:spLocks noGrp="1"/>
          </p:cNvSpPr>
          <p:nvPr>
            <p:ph type="chart" sz="quarter" idx="15"/>
          </p:nvPr>
        </p:nvSpPr>
        <p:spPr>
          <a:xfrm>
            <a:off x="6329363" y="3379305"/>
            <a:ext cx="2468562" cy="2641600"/>
          </a:xfrm>
        </p:spPr>
        <p:txBody>
          <a:bodyPr/>
          <a:lstStyle/>
          <a:p>
            <a:endParaRPr lang="en-GB" dirty="0"/>
          </a:p>
        </p:txBody>
      </p:sp>
      <p:sp>
        <p:nvSpPr>
          <p:cNvPr id="13" name="Chart Placeholder 9">
            <a:extLst>
              <a:ext uri="{FF2B5EF4-FFF2-40B4-BE49-F238E27FC236}">
                <a16:creationId xmlns:a16="http://schemas.microsoft.com/office/drawing/2014/main" id="{97C169E8-5484-47A9-9091-3A4B0D4A7D7F}"/>
              </a:ext>
            </a:extLst>
          </p:cNvPr>
          <p:cNvSpPr>
            <a:spLocks noGrp="1"/>
          </p:cNvSpPr>
          <p:nvPr>
            <p:ph type="chart" sz="quarter" idx="16"/>
          </p:nvPr>
        </p:nvSpPr>
        <p:spPr>
          <a:xfrm>
            <a:off x="9288463" y="3379305"/>
            <a:ext cx="2468562" cy="2641600"/>
          </a:xfrm>
        </p:spPr>
        <p:txBody>
          <a:bodyPr/>
          <a:lstStyle/>
          <a:p>
            <a:endParaRPr lang="en-GB" dirty="0"/>
          </a:p>
        </p:txBody>
      </p:sp>
      <p:sp>
        <p:nvSpPr>
          <p:cNvPr id="14" name="Text Placeholder 14">
            <a:extLst>
              <a:ext uri="{FF2B5EF4-FFF2-40B4-BE49-F238E27FC236}">
                <a16:creationId xmlns:a16="http://schemas.microsoft.com/office/drawing/2014/main" id="{422EDAF5-5A75-4F97-87FF-F49DF7C20FB0}"/>
              </a:ext>
            </a:extLst>
          </p:cNvPr>
          <p:cNvSpPr>
            <a:spLocks noGrp="1"/>
          </p:cNvSpPr>
          <p:nvPr>
            <p:ph type="body" sz="quarter" idx="17" hasCustomPrompt="1"/>
          </p:nvPr>
        </p:nvSpPr>
        <p:spPr>
          <a:xfrm>
            <a:off x="6329363" y="6121400"/>
            <a:ext cx="5353050" cy="362546"/>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0728035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Visualisa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11172050" cy="1042210"/>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471133"/>
            <a:ext cx="5586412" cy="488353"/>
          </a:xfrm>
        </p:spPr>
        <p:txBody>
          <a:bodyPr>
            <a:noAutofit/>
          </a:bodyPr>
          <a:lstStyle>
            <a:lvl1pPr>
              <a:spcBef>
                <a:spcPts val="600"/>
              </a:spcBef>
              <a:spcAft>
                <a:spcPts val="0"/>
              </a:spcAft>
              <a:defRPr sz="1200">
                <a:solidFill>
                  <a:schemeClr val="tx1"/>
                </a:solidFill>
              </a:defRPr>
            </a:lvl1pPr>
            <a:lvl2pPr>
              <a:spcBef>
                <a:spcPts val="6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Chart Placeholder 9">
            <a:extLst>
              <a:ext uri="{FF2B5EF4-FFF2-40B4-BE49-F238E27FC236}">
                <a16:creationId xmlns:a16="http://schemas.microsoft.com/office/drawing/2014/main" id="{F92B422B-57C0-445B-982A-FFF6AB0DCDBE}"/>
              </a:ext>
            </a:extLst>
          </p:cNvPr>
          <p:cNvSpPr>
            <a:spLocks noGrp="1"/>
          </p:cNvSpPr>
          <p:nvPr>
            <p:ph type="chart" sz="quarter" idx="13"/>
          </p:nvPr>
        </p:nvSpPr>
        <p:spPr>
          <a:xfrm>
            <a:off x="510362" y="2065815"/>
            <a:ext cx="5585637" cy="3611563"/>
          </a:xfrm>
        </p:spPr>
        <p:txBody>
          <a:bodyPr/>
          <a:lstStyle/>
          <a:p>
            <a:endParaRPr lang="en-GB" dirty="0"/>
          </a:p>
        </p:txBody>
      </p:sp>
      <p:sp>
        <p:nvSpPr>
          <p:cNvPr id="12" name="Chart Placeholder 9">
            <a:extLst>
              <a:ext uri="{FF2B5EF4-FFF2-40B4-BE49-F238E27FC236}">
                <a16:creationId xmlns:a16="http://schemas.microsoft.com/office/drawing/2014/main" id="{F4247118-8718-4863-A3C4-E7411F40AF33}"/>
              </a:ext>
            </a:extLst>
          </p:cNvPr>
          <p:cNvSpPr>
            <a:spLocks noGrp="1"/>
          </p:cNvSpPr>
          <p:nvPr>
            <p:ph type="chart" sz="quarter" idx="15"/>
          </p:nvPr>
        </p:nvSpPr>
        <p:spPr>
          <a:xfrm>
            <a:off x="6605587" y="2065815"/>
            <a:ext cx="5076826" cy="3611563"/>
          </a:xfrm>
        </p:spPr>
        <p:txBody>
          <a:bodyPr/>
          <a:lstStyle/>
          <a:p>
            <a:endParaRPr lang="en-GB" dirty="0"/>
          </a:p>
        </p:txBody>
      </p:sp>
      <p:sp>
        <p:nvSpPr>
          <p:cNvPr id="15" name="Text Placeholder 14">
            <a:extLst>
              <a:ext uri="{FF2B5EF4-FFF2-40B4-BE49-F238E27FC236}">
                <a16:creationId xmlns:a16="http://schemas.microsoft.com/office/drawing/2014/main" id="{BF9665DB-2E79-48FA-93AC-5E92F546E5D9}"/>
              </a:ext>
            </a:extLst>
          </p:cNvPr>
          <p:cNvSpPr>
            <a:spLocks noGrp="1"/>
          </p:cNvSpPr>
          <p:nvPr>
            <p:ph type="body" sz="quarter" idx="17" hasCustomPrompt="1"/>
          </p:nvPr>
        </p:nvSpPr>
        <p:spPr>
          <a:xfrm>
            <a:off x="6605588" y="5790752"/>
            <a:ext cx="5074920" cy="362546"/>
          </a:xfrm>
        </p:spPr>
        <p:txBody>
          <a:bodyPr>
            <a:noAutofit/>
          </a:bodyPr>
          <a:lstStyle>
            <a:lvl1pPr>
              <a:spcBef>
                <a:spcPts val="600"/>
              </a:spcBef>
              <a:defRPr sz="1000"/>
            </a:lvl1pPr>
            <a:lvl2pPr>
              <a:spcBef>
                <a:spcPts val="60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4" name="Content Placeholder 2">
            <a:extLst>
              <a:ext uri="{FF2B5EF4-FFF2-40B4-BE49-F238E27FC236}">
                <a16:creationId xmlns:a16="http://schemas.microsoft.com/office/drawing/2014/main" id="{FF279420-5116-4AAF-ADBE-BC7ED57543CF}"/>
              </a:ext>
            </a:extLst>
          </p:cNvPr>
          <p:cNvSpPr>
            <a:spLocks noGrp="1"/>
          </p:cNvSpPr>
          <p:nvPr>
            <p:ph sz="half" idx="18" hasCustomPrompt="1"/>
          </p:nvPr>
        </p:nvSpPr>
        <p:spPr>
          <a:xfrm>
            <a:off x="6605587" y="1471133"/>
            <a:ext cx="5076825" cy="488353"/>
          </a:xfrm>
        </p:spPr>
        <p:txBody>
          <a:bodyPr>
            <a:noAutofit/>
          </a:bodyPr>
          <a:lstStyle>
            <a:lvl1pPr>
              <a:spcBef>
                <a:spcPts val="600"/>
              </a:spcBef>
              <a:spcAft>
                <a:spcPts val="0"/>
              </a:spcAft>
              <a:defRPr sz="1200">
                <a:solidFill>
                  <a:schemeClr val="tx1"/>
                </a:solidFill>
              </a:defRPr>
            </a:lvl1pPr>
            <a:lvl2pPr>
              <a:spcBef>
                <a:spcPts val="6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DCA1DD17-5605-4B37-8EBC-712C5D935348}"/>
              </a:ext>
            </a:extLst>
          </p:cNvPr>
          <p:cNvSpPr>
            <a:spLocks noGrp="1"/>
          </p:cNvSpPr>
          <p:nvPr>
            <p:ph type="body" sz="quarter" idx="19" hasCustomPrompt="1"/>
          </p:nvPr>
        </p:nvSpPr>
        <p:spPr>
          <a:xfrm>
            <a:off x="525462" y="5790752"/>
            <a:ext cx="5570537" cy="362546"/>
          </a:xfrm>
        </p:spPr>
        <p:txBody>
          <a:bodyPr>
            <a:noAutofit/>
          </a:bodyPr>
          <a:lstStyle>
            <a:lvl1pPr>
              <a:spcBef>
                <a:spcPts val="600"/>
              </a:spcBef>
              <a:defRPr sz="1000"/>
            </a:lvl1pPr>
            <a:lvl2pPr>
              <a:spcBef>
                <a:spcPts val="60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7479895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harts with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56728"/>
            <a:ext cx="5341904"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5" name="Text Placeholder 14">
            <a:extLst>
              <a:ext uri="{FF2B5EF4-FFF2-40B4-BE49-F238E27FC236}">
                <a16:creationId xmlns:a16="http://schemas.microsoft.com/office/drawing/2014/main" id="{BF9665DB-2E79-48FA-93AC-5E92F546E5D9}"/>
              </a:ext>
            </a:extLst>
          </p:cNvPr>
          <p:cNvSpPr>
            <a:spLocks noGrp="1"/>
          </p:cNvSpPr>
          <p:nvPr>
            <p:ph type="body" sz="quarter" idx="17" hasCustomPrompt="1"/>
          </p:nvPr>
        </p:nvSpPr>
        <p:spPr>
          <a:xfrm>
            <a:off x="6329363" y="5956782"/>
            <a:ext cx="5353050" cy="362546"/>
          </a:xfrm>
        </p:spPr>
        <p:txBody>
          <a:bodyPr>
            <a:noAutofit/>
          </a:bodyPr>
          <a:lstStyle>
            <a:lvl1pPr>
              <a:spcBef>
                <a:spcPts val="300"/>
              </a:spcBef>
              <a:defRPr sz="1000"/>
            </a:lvl1pPr>
            <a:lvl2pPr>
              <a:spcBef>
                <a:spcPts val="30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4" name="Content Placeholder 2">
            <a:extLst>
              <a:ext uri="{FF2B5EF4-FFF2-40B4-BE49-F238E27FC236}">
                <a16:creationId xmlns:a16="http://schemas.microsoft.com/office/drawing/2014/main" id="{FF279420-5116-4AAF-ADBE-BC7ED57543CF}"/>
              </a:ext>
            </a:extLst>
          </p:cNvPr>
          <p:cNvSpPr>
            <a:spLocks noGrp="1"/>
          </p:cNvSpPr>
          <p:nvPr>
            <p:ph sz="half" idx="18" hasCustomPrompt="1"/>
          </p:nvPr>
        </p:nvSpPr>
        <p:spPr>
          <a:xfrm>
            <a:off x="6342385" y="1256728"/>
            <a:ext cx="5340028"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DCA1DD17-5605-4B37-8EBC-712C5D935348}"/>
              </a:ext>
            </a:extLst>
          </p:cNvPr>
          <p:cNvSpPr>
            <a:spLocks noGrp="1"/>
          </p:cNvSpPr>
          <p:nvPr>
            <p:ph type="body" sz="quarter" idx="19" hasCustomPrompt="1"/>
          </p:nvPr>
        </p:nvSpPr>
        <p:spPr>
          <a:xfrm>
            <a:off x="525463" y="5956782"/>
            <a:ext cx="5353050" cy="362546"/>
          </a:xfrm>
        </p:spPr>
        <p:txBody>
          <a:bodyPr>
            <a:noAutofit/>
          </a:bodyPr>
          <a:lstStyle>
            <a:lvl1pPr>
              <a:spcBef>
                <a:spcPts val="300"/>
              </a:spcBef>
              <a:defRPr sz="1000"/>
            </a:lvl1pPr>
            <a:lvl2pPr>
              <a:spcBef>
                <a:spcPts val="30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1" name="Chart Placeholder 9">
            <a:extLst>
              <a:ext uri="{FF2B5EF4-FFF2-40B4-BE49-F238E27FC236}">
                <a16:creationId xmlns:a16="http://schemas.microsoft.com/office/drawing/2014/main" id="{8C4C830F-B123-4738-B275-9378C9521411}"/>
              </a:ext>
            </a:extLst>
          </p:cNvPr>
          <p:cNvSpPr>
            <a:spLocks noGrp="1"/>
          </p:cNvSpPr>
          <p:nvPr>
            <p:ph type="chart" sz="quarter" idx="13"/>
          </p:nvPr>
        </p:nvSpPr>
        <p:spPr>
          <a:xfrm>
            <a:off x="510362" y="1824634"/>
            <a:ext cx="5341163" cy="4098328"/>
          </a:xfrm>
        </p:spPr>
        <p:txBody>
          <a:bodyPr/>
          <a:lstStyle/>
          <a:p>
            <a:endParaRPr lang="en-GB" dirty="0"/>
          </a:p>
        </p:txBody>
      </p:sp>
      <p:sp>
        <p:nvSpPr>
          <p:cNvPr id="13" name="Chart Placeholder 9">
            <a:extLst>
              <a:ext uri="{FF2B5EF4-FFF2-40B4-BE49-F238E27FC236}">
                <a16:creationId xmlns:a16="http://schemas.microsoft.com/office/drawing/2014/main" id="{7BD72452-2D16-4B82-8BBA-0FB433B3AEDD}"/>
              </a:ext>
            </a:extLst>
          </p:cNvPr>
          <p:cNvSpPr>
            <a:spLocks noGrp="1"/>
          </p:cNvSpPr>
          <p:nvPr>
            <p:ph type="chart" sz="quarter" idx="15"/>
          </p:nvPr>
        </p:nvSpPr>
        <p:spPr>
          <a:xfrm>
            <a:off x="6340477" y="1824635"/>
            <a:ext cx="5341936" cy="4098328"/>
          </a:xfrm>
        </p:spPr>
        <p:txBody>
          <a:bodyPr/>
          <a:lstStyle/>
          <a:p>
            <a:endParaRPr lang="en-GB" dirty="0"/>
          </a:p>
        </p:txBody>
      </p:sp>
    </p:spTree>
    <p:extLst>
      <p:ext uri="{BB962C8B-B14F-4D97-AF65-F5344CB8AC3E}">
        <p14:creationId xmlns:p14="http://schemas.microsoft.com/office/powerpoint/2010/main" val="42611870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nel and char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26" name="Text Placeholder 14">
            <a:extLst>
              <a:ext uri="{FF2B5EF4-FFF2-40B4-BE49-F238E27FC236}">
                <a16:creationId xmlns:a16="http://schemas.microsoft.com/office/drawing/2014/main" id="{DDD431C1-07AE-4A2A-AE70-F4DB4E14285B}"/>
              </a:ext>
            </a:extLst>
          </p:cNvPr>
          <p:cNvSpPr>
            <a:spLocks noGrp="1"/>
          </p:cNvSpPr>
          <p:nvPr>
            <p:ph type="body" sz="quarter" idx="19" hasCustomPrompt="1"/>
          </p:nvPr>
        </p:nvSpPr>
        <p:spPr>
          <a:xfrm>
            <a:off x="4677048" y="5475767"/>
            <a:ext cx="7000601" cy="748464"/>
          </a:xfrm>
        </p:spPr>
        <p:txBody>
          <a:bodyPr>
            <a:noAutofit/>
          </a:bodyPr>
          <a:lstStyle>
            <a:lvl1pPr>
              <a:spcBef>
                <a:spcPts val="600"/>
              </a:spcBef>
              <a:defRPr sz="1000"/>
            </a:lvl1pPr>
            <a:lvl2pPr>
              <a:spcBef>
                <a:spcPts val="60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25" name="Chart Placeholder 24">
            <a:extLst>
              <a:ext uri="{FF2B5EF4-FFF2-40B4-BE49-F238E27FC236}">
                <a16:creationId xmlns:a16="http://schemas.microsoft.com/office/drawing/2014/main" id="{AF11A169-656C-44AB-ACC4-996E70407B6C}"/>
              </a:ext>
            </a:extLst>
          </p:cNvPr>
          <p:cNvSpPr>
            <a:spLocks noGrp="1"/>
          </p:cNvSpPr>
          <p:nvPr>
            <p:ph type="chart" sz="quarter" idx="13"/>
          </p:nvPr>
        </p:nvSpPr>
        <p:spPr>
          <a:xfrm>
            <a:off x="4677047" y="1285875"/>
            <a:ext cx="7005365" cy="4005263"/>
          </a:xfrm>
        </p:spPr>
        <p:txBody>
          <a:bodyPr/>
          <a:lstStyle/>
          <a:p>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8" name="Content Placeholder">
            <a:extLst>
              <a:ext uri="{FF2B5EF4-FFF2-40B4-BE49-F238E27FC236}">
                <a16:creationId xmlns:a16="http://schemas.microsoft.com/office/drawing/2014/main" id="{6FD2B68E-4104-4070-9CE0-0638965F8E52}"/>
              </a:ext>
            </a:extLst>
          </p:cNvPr>
          <p:cNvSpPr>
            <a:spLocks noGrp="1"/>
          </p:cNvSpPr>
          <p:nvPr>
            <p:ph idx="1" hasCustomPrompt="1"/>
          </p:nvPr>
        </p:nvSpPr>
        <p:spPr>
          <a:xfrm>
            <a:off x="510364" y="1285875"/>
            <a:ext cx="3264711" cy="4658517"/>
          </a:xfrm>
        </p:spPr>
        <p:txBody>
          <a:bodyPr>
            <a:noAutofit/>
          </a:bodyPr>
          <a:lstStyle>
            <a:lvl1pPr>
              <a:defRPr sz="1600" b="1">
                <a:solidFill>
                  <a:schemeClr val="accent2"/>
                </a:solidFill>
              </a:defRPr>
            </a:lvl1pPr>
            <a:lvl2pPr>
              <a:spcBef>
                <a:spcPts val="600"/>
              </a:spcBef>
              <a:defRPr sz="1600"/>
            </a:lvl2pPr>
            <a:lvl3pPr marL="0" indent="0">
              <a:spcBef>
                <a:spcPts val="600"/>
              </a:spcBef>
              <a:buNone/>
              <a:defRPr sz="1200" b="1"/>
            </a:lvl3pPr>
            <a:lvl4pPr marL="180975" indent="-180975">
              <a:spcBef>
                <a:spcPts val="600"/>
              </a:spcBef>
              <a:defRPr sz="1200"/>
            </a:lvl4pPr>
            <a:lvl5pPr marL="355600" indent="-180975">
              <a:spcBef>
                <a:spcPts val="6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707910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anel and 4X chart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25" name="Chart Placeholder 24">
            <a:extLst>
              <a:ext uri="{FF2B5EF4-FFF2-40B4-BE49-F238E27FC236}">
                <a16:creationId xmlns:a16="http://schemas.microsoft.com/office/drawing/2014/main" id="{AF11A169-656C-44AB-ACC4-996E70407B6C}"/>
              </a:ext>
            </a:extLst>
          </p:cNvPr>
          <p:cNvSpPr>
            <a:spLocks noGrp="1"/>
          </p:cNvSpPr>
          <p:nvPr>
            <p:ph type="chart" sz="quarter" idx="13"/>
          </p:nvPr>
        </p:nvSpPr>
        <p:spPr>
          <a:xfrm>
            <a:off x="4241800" y="1285875"/>
            <a:ext cx="3606524" cy="2143125"/>
          </a:xfrm>
        </p:spPr>
        <p:txBody>
          <a:bodyPr/>
          <a:lstStyle/>
          <a:p>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5875"/>
            <a:ext cx="3264711" cy="4658517"/>
          </a:xfrm>
        </p:spPr>
        <p:txBody>
          <a:bodyPr>
            <a:noAutofit/>
          </a:bodyPr>
          <a:lstStyle>
            <a:lvl1pPr>
              <a:defRPr sz="1600" b="1">
                <a:solidFill>
                  <a:schemeClr val="accent2"/>
                </a:solidFill>
              </a:defRPr>
            </a:lvl1pPr>
            <a:lvl2pPr>
              <a:spcBef>
                <a:spcPts val="600"/>
              </a:spcBef>
              <a:defRPr sz="1600"/>
            </a:lvl2pPr>
            <a:lvl3pPr marL="0" indent="0">
              <a:spcBef>
                <a:spcPts val="600"/>
              </a:spcBef>
              <a:buNone/>
              <a:defRPr sz="1200" b="1"/>
            </a:lvl3pPr>
            <a:lvl4pPr marL="180975" indent="-180975">
              <a:spcBef>
                <a:spcPts val="600"/>
              </a:spcBef>
              <a:defRPr sz="1200"/>
            </a:lvl4pPr>
            <a:lvl5pPr marL="355600" indent="-180975">
              <a:spcBef>
                <a:spcPts val="6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14" name="Chart Placeholder 24">
            <a:extLst>
              <a:ext uri="{FF2B5EF4-FFF2-40B4-BE49-F238E27FC236}">
                <a16:creationId xmlns:a16="http://schemas.microsoft.com/office/drawing/2014/main" id="{5BE4D5EC-2FA0-4472-9A97-F8E8524C39CC}"/>
              </a:ext>
            </a:extLst>
          </p:cNvPr>
          <p:cNvSpPr>
            <a:spLocks noGrp="1"/>
          </p:cNvSpPr>
          <p:nvPr>
            <p:ph type="chart" sz="quarter" idx="20"/>
          </p:nvPr>
        </p:nvSpPr>
        <p:spPr>
          <a:xfrm>
            <a:off x="8075113" y="1285875"/>
            <a:ext cx="3606524" cy="2143125"/>
          </a:xfrm>
        </p:spPr>
        <p:txBody>
          <a:bodyPr/>
          <a:lstStyle/>
          <a:p>
            <a:endParaRPr lang="en-GB" dirty="0"/>
          </a:p>
        </p:txBody>
      </p:sp>
      <p:sp>
        <p:nvSpPr>
          <p:cNvPr id="15" name="Chart Placeholder 24">
            <a:extLst>
              <a:ext uri="{FF2B5EF4-FFF2-40B4-BE49-F238E27FC236}">
                <a16:creationId xmlns:a16="http://schemas.microsoft.com/office/drawing/2014/main" id="{048E351A-499E-4623-837D-D0964216476E}"/>
              </a:ext>
            </a:extLst>
          </p:cNvPr>
          <p:cNvSpPr>
            <a:spLocks noGrp="1"/>
          </p:cNvSpPr>
          <p:nvPr>
            <p:ph type="chart" sz="quarter" idx="21"/>
          </p:nvPr>
        </p:nvSpPr>
        <p:spPr>
          <a:xfrm>
            <a:off x="4241800" y="3775075"/>
            <a:ext cx="3606524" cy="2143125"/>
          </a:xfrm>
        </p:spPr>
        <p:txBody>
          <a:bodyPr/>
          <a:lstStyle/>
          <a:p>
            <a:endParaRPr lang="en-GB" dirty="0"/>
          </a:p>
        </p:txBody>
      </p:sp>
      <p:sp>
        <p:nvSpPr>
          <p:cNvPr id="16" name="Chart Placeholder 24">
            <a:extLst>
              <a:ext uri="{FF2B5EF4-FFF2-40B4-BE49-F238E27FC236}">
                <a16:creationId xmlns:a16="http://schemas.microsoft.com/office/drawing/2014/main" id="{2F8721F9-54F4-4F81-BBF9-DCF522DDB729}"/>
              </a:ext>
            </a:extLst>
          </p:cNvPr>
          <p:cNvSpPr>
            <a:spLocks noGrp="1"/>
          </p:cNvSpPr>
          <p:nvPr>
            <p:ph type="chart" sz="quarter" idx="22"/>
          </p:nvPr>
        </p:nvSpPr>
        <p:spPr>
          <a:xfrm>
            <a:off x="8075113" y="3775075"/>
            <a:ext cx="3606524" cy="2143125"/>
          </a:xfrm>
        </p:spPr>
        <p:txBody>
          <a:bodyPr/>
          <a:lstStyle/>
          <a:p>
            <a:endParaRPr lang="en-GB" dirty="0"/>
          </a:p>
        </p:txBody>
      </p:sp>
      <p:sp>
        <p:nvSpPr>
          <p:cNvPr id="13" name="Text Placeholder 14">
            <a:extLst>
              <a:ext uri="{FF2B5EF4-FFF2-40B4-BE49-F238E27FC236}">
                <a16:creationId xmlns:a16="http://schemas.microsoft.com/office/drawing/2014/main" id="{D95CB480-FA4D-4A80-B876-50A527906C45}"/>
              </a:ext>
            </a:extLst>
          </p:cNvPr>
          <p:cNvSpPr>
            <a:spLocks noGrp="1"/>
          </p:cNvSpPr>
          <p:nvPr>
            <p:ph type="body" sz="quarter" idx="19" hasCustomPrompt="1"/>
          </p:nvPr>
        </p:nvSpPr>
        <p:spPr>
          <a:xfrm>
            <a:off x="4241800" y="6004863"/>
            <a:ext cx="7435849" cy="352945"/>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0075735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ables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EE96-78AF-4B2A-820F-7C0A6E30A72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A0EA9BC6-4514-4F78-913F-AFD906E86A6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44190D0-6B32-4008-87DB-1C66EBE237DF}"/>
              </a:ext>
            </a:extLst>
          </p:cNvPr>
          <p:cNvSpPr>
            <a:spLocks noGrp="1"/>
          </p:cNvSpPr>
          <p:nvPr>
            <p:ph type="sldNum" sz="quarter" idx="12"/>
          </p:nvPr>
        </p:nvSpPr>
        <p:spPr/>
        <p:txBody>
          <a:bodyPr/>
          <a:lstStyle/>
          <a:p>
            <a:fld id="{C01D6077-7623-46CE-922B-5B1B61F10384}" type="slidenum">
              <a:rPr lang="en-GB" smtClean="0"/>
              <a:pPr/>
              <a:t>‹#›</a:t>
            </a:fld>
            <a:endParaRPr lang="en-GB"/>
          </a:p>
        </p:txBody>
      </p:sp>
      <p:sp>
        <p:nvSpPr>
          <p:cNvPr id="8" name="Text Placeholder 7">
            <a:extLst>
              <a:ext uri="{FF2B5EF4-FFF2-40B4-BE49-F238E27FC236}">
                <a16:creationId xmlns:a16="http://schemas.microsoft.com/office/drawing/2014/main" id="{4C7F8148-0668-4FC8-8D42-56E5B3D1D6D8}"/>
              </a:ext>
            </a:extLst>
          </p:cNvPr>
          <p:cNvSpPr>
            <a:spLocks noGrp="1"/>
          </p:cNvSpPr>
          <p:nvPr>
            <p:ph type="body" sz="quarter" idx="13" hasCustomPrompt="1"/>
          </p:nvPr>
        </p:nvSpPr>
        <p:spPr>
          <a:xfrm>
            <a:off x="509588" y="1285875"/>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able Placeholder 9">
            <a:extLst>
              <a:ext uri="{FF2B5EF4-FFF2-40B4-BE49-F238E27FC236}">
                <a16:creationId xmlns:a16="http://schemas.microsoft.com/office/drawing/2014/main" id="{5FEE28FF-1060-4AC8-86E2-F9A1127989A9}"/>
              </a:ext>
            </a:extLst>
          </p:cNvPr>
          <p:cNvSpPr>
            <a:spLocks noGrp="1"/>
          </p:cNvSpPr>
          <p:nvPr>
            <p:ph type="tbl" sz="quarter" idx="14"/>
          </p:nvPr>
        </p:nvSpPr>
        <p:spPr>
          <a:xfrm>
            <a:off x="4457700" y="1285875"/>
            <a:ext cx="7200000" cy="2019300"/>
          </a:xfrm>
        </p:spPr>
        <p:txBody>
          <a:bodyPr/>
          <a:lstStyle/>
          <a:p>
            <a:endParaRPr lang="en-GB" dirty="0"/>
          </a:p>
        </p:txBody>
      </p:sp>
      <p:sp>
        <p:nvSpPr>
          <p:cNvPr id="11" name="Text Placeholder 7">
            <a:extLst>
              <a:ext uri="{FF2B5EF4-FFF2-40B4-BE49-F238E27FC236}">
                <a16:creationId xmlns:a16="http://schemas.microsoft.com/office/drawing/2014/main" id="{93AFE298-C10B-4E34-B969-E90415817F1F}"/>
              </a:ext>
            </a:extLst>
          </p:cNvPr>
          <p:cNvSpPr>
            <a:spLocks noGrp="1"/>
          </p:cNvSpPr>
          <p:nvPr>
            <p:ph type="body" sz="quarter" idx="15" hasCustomPrompt="1"/>
          </p:nvPr>
        </p:nvSpPr>
        <p:spPr>
          <a:xfrm>
            <a:off x="509588" y="3771900"/>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able Placeholder 9">
            <a:extLst>
              <a:ext uri="{FF2B5EF4-FFF2-40B4-BE49-F238E27FC236}">
                <a16:creationId xmlns:a16="http://schemas.microsoft.com/office/drawing/2014/main" id="{79CEF084-05DF-4BAB-8BD1-FAF6D06BF39A}"/>
              </a:ext>
            </a:extLst>
          </p:cNvPr>
          <p:cNvSpPr>
            <a:spLocks noGrp="1"/>
          </p:cNvSpPr>
          <p:nvPr>
            <p:ph type="tbl" sz="quarter" idx="16"/>
          </p:nvPr>
        </p:nvSpPr>
        <p:spPr>
          <a:xfrm>
            <a:off x="4457700" y="3771900"/>
            <a:ext cx="7200000" cy="2019300"/>
          </a:xfrm>
        </p:spPr>
        <p:txBody>
          <a:bodyPr/>
          <a:lstStyle/>
          <a:p>
            <a:endParaRPr lang="en-GB" dirty="0"/>
          </a:p>
        </p:txBody>
      </p:sp>
    </p:spTree>
    <p:extLst>
      <p:ext uri="{BB962C8B-B14F-4D97-AF65-F5344CB8AC3E}">
        <p14:creationId xmlns:p14="http://schemas.microsoft.com/office/powerpoint/2010/main" val="41816044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3E9054-9FB9-45F0-869B-73EB0045CF59}"/>
              </a:ext>
            </a:extLst>
          </p:cNvPr>
          <p:cNvSpPr>
            <a:spLocks noGrp="1"/>
          </p:cNvSpPr>
          <p:nvPr>
            <p:ph type="body" idx="1" hasCustomPrompt="1"/>
          </p:nvPr>
        </p:nvSpPr>
        <p:spPr>
          <a:xfrm>
            <a:off x="510363" y="1391602"/>
            <a:ext cx="5157787"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ED81880-DB1A-476D-9085-26CDC8C6343B}"/>
              </a:ext>
            </a:extLst>
          </p:cNvPr>
          <p:cNvSpPr>
            <a:spLocks noGrp="1"/>
          </p:cNvSpPr>
          <p:nvPr>
            <p:ph sz="half" idx="2" hasCustomPrompt="1"/>
          </p:nvPr>
        </p:nvSpPr>
        <p:spPr>
          <a:xfrm>
            <a:off x="509588" y="1945955"/>
            <a:ext cx="5157787"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29CD6968-EAEF-4260-ACAC-21B55550B4D0}"/>
              </a:ext>
            </a:extLst>
          </p:cNvPr>
          <p:cNvSpPr>
            <a:spLocks noGrp="1"/>
          </p:cNvSpPr>
          <p:nvPr>
            <p:ph type="body" sz="quarter" idx="3" hasCustomPrompt="1"/>
          </p:nvPr>
        </p:nvSpPr>
        <p:spPr>
          <a:xfrm>
            <a:off x="6346843" y="1391602"/>
            <a:ext cx="5183188"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3323992-3E94-44DF-9264-8F98B6C3E03B}"/>
              </a:ext>
            </a:extLst>
          </p:cNvPr>
          <p:cNvSpPr>
            <a:spLocks noGrp="1"/>
          </p:cNvSpPr>
          <p:nvPr>
            <p:ph sz="quarter" idx="4" hasCustomPrompt="1"/>
          </p:nvPr>
        </p:nvSpPr>
        <p:spPr>
          <a:xfrm>
            <a:off x="6346068" y="1945955"/>
            <a:ext cx="5183188"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9EE10E6F-82BF-4AF7-A063-CF398B16C037}"/>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9" name="Slide Number Placeholder 8">
            <a:extLst>
              <a:ext uri="{FF2B5EF4-FFF2-40B4-BE49-F238E27FC236}">
                <a16:creationId xmlns:a16="http://schemas.microsoft.com/office/drawing/2014/main" id="{F7300302-1266-4129-B498-914305B56BC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Title 9">
            <a:extLst>
              <a:ext uri="{FF2B5EF4-FFF2-40B4-BE49-F238E27FC236}">
                <a16:creationId xmlns:a16="http://schemas.microsoft.com/office/drawing/2014/main" id="{1739DD1C-AF6C-48A8-A5AB-DF72E56D1773}"/>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27354744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4321971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lor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lvl1pPr>
              <a:defRPr>
                <a:solidFill>
                  <a:schemeClr val="accent2"/>
                </a:solidFill>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304943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8" y="3936999"/>
            <a:ext cx="2436812" cy="1985963"/>
          </a:xfrm>
        </p:spPr>
        <p:txBody>
          <a:bodyPr>
            <a:noAutofit/>
          </a:bodyPr>
          <a:lstStyle>
            <a:lvl1pPr>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3557588" y="3936999"/>
            <a:ext cx="2436812" cy="1985963"/>
          </a:xfrm>
        </p:spPr>
        <p:txBody>
          <a:bodyPr>
            <a:noAutofit/>
          </a:bodyPr>
          <a:lstStyle>
            <a:lvl1pPr>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7247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7" y="2806701"/>
            <a:ext cx="2903537" cy="1244599"/>
          </a:xfrm>
        </p:spPr>
        <p:txBody>
          <a:bodyPr>
            <a:noAutofit/>
          </a:bodyPr>
          <a:lstStyle>
            <a:lvl1pPr>
              <a:spcBef>
                <a:spcPts val="1000"/>
              </a:spcBef>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509588" y="4470400"/>
            <a:ext cx="2903538" cy="1452562"/>
          </a:xfrm>
        </p:spPr>
        <p:txBody>
          <a:bodyPr>
            <a:noAutofit/>
          </a:bodyPr>
          <a:lstStyle>
            <a:lvl1pPr>
              <a:spcBef>
                <a:spcPts val="1000"/>
              </a:spcBef>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2263863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1C669-50F6-42C3-A8AB-3B66FA7B5BC9}"/>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4" name="Slide Number Placeholder 3">
            <a:extLst>
              <a:ext uri="{FF2B5EF4-FFF2-40B4-BE49-F238E27FC236}">
                <a16:creationId xmlns:a16="http://schemas.microsoft.com/office/drawing/2014/main" id="{1E9F3DDC-3D5C-4ED1-8D35-02FC618801B0}"/>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9419651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p:nvPr>
        </p:nvSpPr>
        <p:spPr>
          <a:xfrm>
            <a:off x="510364" y="1590677"/>
            <a:ext cx="6402742" cy="2191664"/>
          </a:xfrm>
        </p:spPr>
        <p:txBody>
          <a:bodyPr anchor="b">
            <a:normAutofit/>
          </a:bodyPr>
          <a:lstStyle>
            <a:lvl1pPr algn="l">
              <a:defRPr sz="8000"/>
            </a:lvl1pPr>
          </a:lstStyle>
          <a:p>
            <a:r>
              <a:rPr lang="en-US" dirty="0"/>
              <a:t>Click to edit </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2" name="Picture 31">
            <a:extLst>
              <a:ext uri="{FF2B5EF4-FFF2-40B4-BE49-F238E27FC236}">
                <a16:creationId xmlns:a16="http://schemas.microsoft.com/office/drawing/2014/main" id="{255BE644-6973-D742-B279-678110263B36}"/>
              </a:ext>
            </a:extLst>
          </p:cNvPr>
          <p:cNvPicPr>
            <a:picLocks noChangeAspect="1"/>
          </p:cNvPicPr>
          <p:nvPr userDrawn="1"/>
        </p:nvPicPr>
        <p:blipFill>
          <a:blip r:embed="rId2"/>
          <a:stretch>
            <a:fillRect/>
          </a:stretch>
        </p:blipFill>
        <p:spPr>
          <a:xfrm>
            <a:off x="390426" y="330298"/>
            <a:ext cx="1084086" cy="234714"/>
          </a:xfrm>
          <a:prstGeom prst="rect">
            <a:avLst/>
          </a:prstGeom>
        </p:spPr>
      </p:pic>
    </p:spTree>
    <p:extLst>
      <p:ext uri="{BB962C8B-B14F-4D97-AF65-F5344CB8AC3E}">
        <p14:creationId xmlns:p14="http://schemas.microsoft.com/office/powerpoint/2010/main" val="37254304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ogo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DAD0E2D-F923-40BA-8C22-76240E743834}"/>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83AD482-2BAB-488F-81F0-C629724222F4}"/>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20" name="Picture 19">
            <a:extLst>
              <a:ext uri="{FF2B5EF4-FFF2-40B4-BE49-F238E27FC236}">
                <a16:creationId xmlns:a16="http://schemas.microsoft.com/office/drawing/2014/main" id="{27E9702C-F3C1-B047-AA4D-D38DC65EFC0C}"/>
              </a:ext>
            </a:extLst>
          </p:cNvPr>
          <p:cNvPicPr>
            <a:picLocks noChangeAspect="1"/>
          </p:cNvPicPr>
          <p:nvPr userDrawn="1"/>
        </p:nvPicPr>
        <p:blipFill>
          <a:blip r:embed="rId2"/>
          <a:stretch>
            <a:fillRect/>
          </a:stretch>
        </p:blipFill>
        <p:spPr>
          <a:xfrm>
            <a:off x="4865968" y="3162687"/>
            <a:ext cx="2460064" cy="532625"/>
          </a:xfrm>
          <a:prstGeom prst="rect">
            <a:avLst/>
          </a:prstGeom>
        </p:spPr>
      </p:pic>
    </p:spTree>
    <p:extLst>
      <p:ext uri="{BB962C8B-B14F-4D97-AF65-F5344CB8AC3E}">
        <p14:creationId xmlns:p14="http://schemas.microsoft.com/office/powerpoint/2010/main" val="31301810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3" name="Picture 32">
            <a:extLst>
              <a:ext uri="{FF2B5EF4-FFF2-40B4-BE49-F238E27FC236}">
                <a16:creationId xmlns:a16="http://schemas.microsoft.com/office/drawing/2014/main" id="{FB88C5AA-57FC-434C-8ADA-E85A78F9DE78}"/>
              </a:ext>
            </a:extLst>
          </p:cNvPr>
          <p:cNvPicPr>
            <a:picLocks noChangeAspect="1"/>
          </p:cNvPicPr>
          <p:nvPr userDrawn="1"/>
        </p:nvPicPr>
        <p:blipFill>
          <a:blip r:embed="rId2"/>
          <a:stretch>
            <a:fillRect/>
          </a:stretch>
        </p:blipFill>
        <p:spPr>
          <a:xfrm>
            <a:off x="390426" y="330298"/>
            <a:ext cx="1084086" cy="234714"/>
          </a:xfrm>
          <a:prstGeom prst="rect">
            <a:avLst/>
          </a:prstGeom>
        </p:spPr>
      </p:pic>
    </p:spTree>
    <p:extLst>
      <p:ext uri="{BB962C8B-B14F-4D97-AF65-F5344CB8AC3E}">
        <p14:creationId xmlns:p14="http://schemas.microsoft.com/office/powerpoint/2010/main" val="12194956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Image 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A15FCCE-9B7B-4CF0-9A8D-16AB43C9EAE0}"/>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2" name="Picture 31">
            <a:extLst>
              <a:ext uri="{FF2B5EF4-FFF2-40B4-BE49-F238E27FC236}">
                <a16:creationId xmlns:a16="http://schemas.microsoft.com/office/drawing/2014/main" id="{8CF227FB-96F0-2C47-A3B7-67091A388F2D}"/>
              </a:ext>
            </a:extLst>
          </p:cNvPr>
          <p:cNvPicPr>
            <a:picLocks noChangeAspect="1"/>
          </p:cNvPicPr>
          <p:nvPr userDrawn="1"/>
        </p:nvPicPr>
        <p:blipFill>
          <a:blip r:embed="rId2"/>
          <a:stretch>
            <a:fillRect/>
          </a:stretch>
        </p:blipFill>
        <p:spPr>
          <a:xfrm>
            <a:off x="390426" y="330298"/>
            <a:ext cx="1084086" cy="234714"/>
          </a:xfrm>
          <a:prstGeom prst="rect">
            <a:avLst/>
          </a:prstGeom>
        </p:spPr>
      </p:pic>
    </p:spTree>
    <p:extLst>
      <p:ext uri="{BB962C8B-B14F-4D97-AF65-F5344CB8AC3E}">
        <p14:creationId xmlns:p14="http://schemas.microsoft.com/office/powerpoint/2010/main" val="4676734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Inde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10249076" cy="4349356"/>
          </a:xfrm>
        </p:spPr>
        <p:txBody>
          <a:bodyPr/>
          <a:lstStyle>
            <a:lvl1pPr>
              <a:spcBef>
                <a:spcPts val="700"/>
              </a:spcBef>
              <a:tabLst>
                <a:tab pos="9934575" algn="r"/>
              </a:tabLst>
              <a:defRPr sz="2000" b="0"/>
            </a:lvl1pPr>
            <a:lvl2pPr>
              <a:spcBef>
                <a:spcPts val="700"/>
              </a:spcBef>
              <a:tabLst>
                <a:tab pos="9934575" algn="r"/>
              </a:tabLst>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14519966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6998511" cy="4349356"/>
          </a:xfrm>
        </p:spPr>
        <p:txBody>
          <a:bodyPr/>
          <a:lstStyle>
            <a:lvl1pPr marL="457200" indent="-457200">
              <a:spcBef>
                <a:spcPts val="700"/>
              </a:spcBef>
              <a:buFont typeface="+mj-lt"/>
              <a:buAutoNum type="arabicPeriod"/>
              <a:tabLst>
                <a:tab pos="9934575" algn="r"/>
              </a:tabLst>
              <a:defRPr sz="2000" b="0">
                <a:solidFill>
                  <a:schemeClr val="tx1"/>
                </a:solidFill>
              </a:defRPr>
            </a:lvl1pPr>
            <a:lvl2pPr marL="0" indent="0">
              <a:spcBef>
                <a:spcPts val="700"/>
              </a:spcBef>
              <a:buFont typeface="+mj-lt"/>
              <a:buNone/>
              <a:tabLst>
                <a:tab pos="9934575" algn="r"/>
              </a:tabLst>
              <a:defRPr sz="2000" b="0">
                <a:solidFill>
                  <a:schemeClr val="tx1"/>
                </a:solidFill>
              </a:defRPr>
            </a:lvl2pPr>
            <a:lvl3pPr marL="0" indent="0">
              <a:buFont typeface="+mj-lt"/>
              <a:buNone/>
              <a:defRPr sz="2000" b="0">
                <a:solidFill>
                  <a:schemeClr val="tx1"/>
                </a:solidFill>
              </a:defRPr>
            </a:lvl3pPr>
            <a:lvl4pPr marL="0" indent="0">
              <a:buFont typeface="+mj-lt"/>
              <a:buNone/>
              <a:defRPr sz="2000" b="0">
                <a:solidFill>
                  <a:schemeClr val="tx1"/>
                </a:solidFill>
              </a:defRPr>
            </a:lvl4pPr>
            <a:lvl5pPr marL="720725" indent="-273050">
              <a:defRPr sz="1800"/>
            </a:lvl5pPr>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42636043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9" name="Content Placeholder 8">
            <a:extLst>
              <a:ext uri="{FF2B5EF4-FFF2-40B4-BE49-F238E27FC236}">
                <a16:creationId xmlns:a16="http://schemas.microsoft.com/office/drawing/2014/main" id="{2A9507B6-9B3C-423F-BDE4-29FE21D9261A}"/>
              </a:ext>
            </a:extLst>
          </p:cNvPr>
          <p:cNvSpPr>
            <a:spLocks noGrp="1"/>
          </p:cNvSpPr>
          <p:nvPr>
            <p:ph sz="quarter" idx="13" hasCustomPrompt="1"/>
          </p:nvPr>
        </p:nvSpPr>
        <p:spPr>
          <a:xfrm>
            <a:off x="501650" y="1824038"/>
            <a:ext cx="10450513" cy="4098925"/>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58361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13811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17599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47339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51127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80740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84528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31043403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651279"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798291"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286933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301634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50673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52143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3" name="Text Placeholder 13">
            <a:extLst>
              <a:ext uri="{FF2B5EF4-FFF2-40B4-BE49-F238E27FC236}">
                <a16:creationId xmlns:a16="http://schemas.microsoft.com/office/drawing/2014/main" id="{55DDEDCD-C0A0-4BE6-ACFB-943A6D3B2EED}"/>
              </a:ext>
            </a:extLst>
          </p:cNvPr>
          <p:cNvSpPr>
            <a:spLocks noGrp="1"/>
          </p:cNvSpPr>
          <p:nvPr>
            <p:ph type="body" sz="quarter" idx="19" hasCustomPrompt="1"/>
          </p:nvPr>
        </p:nvSpPr>
        <p:spPr>
          <a:xfrm>
            <a:off x="73025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4" name="Picture Placeholder 15">
            <a:extLst>
              <a:ext uri="{FF2B5EF4-FFF2-40B4-BE49-F238E27FC236}">
                <a16:creationId xmlns:a16="http://schemas.microsoft.com/office/drawing/2014/main" id="{1244BAF9-E683-4F9C-A21A-DF8AD7C8223B}"/>
              </a:ext>
            </a:extLst>
          </p:cNvPr>
          <p:cNvSpPr>
            <a:spLocks noGrp="1"/>
          </p:cNvSpPr>
          <p:nvPr>
            <p:ph type="pic" sz="quarter" idx="20" hasCustomPrompt="1"/>
          </p:nvPr>
        </p:nvSpPr>
        <p:spPr>
          <a:xfrm>
            <a:off x="74495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35" name="Text Placeholder 13">
            <a:extLst>
              <a:ext uri="{FF2B5EF4-FFF2-40B4-BE49-F238E27FC236}">
                <a16:creationId xmlns:a16="http://schemas.microsoft.com/office/drawing/2014/main" id="{CB9F6F48-2792-478D-A10D-4414F9C91922}"/>
              </a:ext>
            </a:extLst>
          </p:cNvPr>
          <p:cNvSpPr>
            <a:spLocks noGrp="1"/>
          </p:cNvSpPr>
          <p:nvPr>
            <p:ph type="body" sz="quarter" idx="21" hasCustomPrompt="1"/>
          </p:nvPr>
        </p:nvSpPr>
        <p:spPr>
          <a:xfrm>
            <a:off x="95250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6" name="Picture Placeholder 15">
            <a:extLst>
              <a:ext uri="{FF2B5EF4-FFF2-40B4-BE49-F238E27FC236}">
                <a16:creationId xmlns:a16="http://schemas.microsoft.com/office/drawing/2014/main" id="{1FDF9DDD-079A-42D9-955D-834499AC44AE}"/>
              </a:ext>
            </a:extLst>
          </p:cNvPr>
          <p:cNvSpPr>
            <a:spLocks noGrp="1"/>
          </p:cNvSpPr>
          <p:nvPr>
            <p:ph type="pic" sz="quarter" idx="22" hasCustomPrompt="1"/>
          </p:nvPr>
        </p:nvSpPr>
        <p:spPr>
          <a:xfrm>
            <a:off x="96720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Tree>
    <p:extLst>
      <p:ext uri="{BB962C8B-B14F-4D97-AF65-F5344CB8AC3E}">
        <p14:creationId xmlns:p14="http://schemas.microsoft.com/office/powerpoint/2010/main" val="13835452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quot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A2D4C809-686E-4BCF-8D38-AF75C2DDE29A}"/>
              </a:ext>
            </a:extLst>
          </p:cNvPr>
          <p:cNvSpPr>
            <a:spLocks noGrp="1"/>
          </p:cNvSpPr>
          <p:nvPr>
            <p:ph type="body" sz="quarter" idx="14" hasCustomPrompt="1"/>
          </p:nvPr>
        </p:nvSpPr>
        <p:spPr>
          <a:xfrm>
            <a:off x="510362" y="1289054"/>
            <a:ext cx="10058400" cy="4810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0" spc="0" baseline="0">
                <a:latin typeface="+mj-lt"/>
              </a:defRPr>
            </a:lvl1pPr>
            <a:lvl2pPr>
              <a:spcBef>
                <a:spcPts val="3600"/>
              </a:spcBef>
              <a:defRPr sz="1600"/>
            </a:lvl2pPr>
            <a:lvl3pPr>
              <a:defRPr sz="1600"/>
            </a:lvl3pPr>
            <a:lvl4pPr>
              <a:defRPr sz="1600"/>
            </a:lvl4pPr>
            <a:lvl5pPr>
              <a:defRPr sz="1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master text styles</a:t>
            </a:r>
            <a:endParaRPr lang="en-US" sz="4400" dirty="0"/>
          </a:p>
          <a:p>
            <a:pPr lvl="1"/>
            <a:r>
              <a:rPr lang="en-US" dirty="0"/>
              <a:t>Second level</a:t>
            </a:r>
          </a:p>
        </p:txBody>
      </p:sp>
      <p:sp>
        <p:nvSpPr>
          <p:cNvPr id="11" name="Rectangle 10">
            <a:extLst>
              <a:ext uri="{FF2B5EF4-FFF2-40B4-BE49-F238E27FC236}">
                <a16:creationId xmlns:a16="http://schemas.microsoft.com/office/drawing/2014/main" id="{211C7C25-6DB6-4DB5-B061-C8F9E8595512}"/>
              </a:ext>
            </a:extLst>
          </p:cNvPr>
          <p:cNvSpPr/>
          <p:nvPr userDrawn="1"/>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a:xfrm>
            <a:off x="510363" y="418290"/>
            <a:ext cx="11171274" cy="359911"/>
          </a:xfrm>
        </p:spPr>
        <p:txBody>
          <a:bodyPr>
            <a:normAutofit/>
          </a:bodyPr>
          <a:lstStyle>
            <a:lvl1pPr>
              <a:defRPr sz="1600" spc="30" baseline="0">
                <a:latin typeface="+mn-lt"/>
              </a:defRPr>
            </a:lvl1p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536463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nar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6998512" cy="4655473"/>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5148414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a:xfrm>
            <a:off x="510363" y="418290"/>
            <a:ext cx="11171274" cy="846948"/>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3" y="1288919"/>
            <a:ext cx="11167287" cy="4890423"/>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1124559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6592863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Header Image 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EE8EB0B7-6DCA-4483-843F-D656FE5421AA}"/>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0943287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5090493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smal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4113751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3265487"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4243388" y="1285875"/>
            <a:ext cx="3265487"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7985125" y="1285875"/>
            <a:ext cx="3265487"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6304465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9" y="1285875"/>
            <a:ext cx="2436812" cy="4637088"/>
          </a:xfrm>
        </p:spPr>
        <p:txBody>
          <a:bodyPr>
            <a:noAutofit/>
          </a:bodyPr>
          <a:lstStyle>
            <a:lvl1pPr>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3429795" y="1285875"/>
            <a:ext cx="2436812" cy="4637088"/>
          </a:xfrm>
        </p:spPr>
        <p:txBody>
          <a:bodyPr>
            <a:noAutofit/>
          </a:bodyPr>
          <a:lstStyle>
            <a:lvl1pPr>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6350001" y="1285875"/>
            <a:ext cx="2436812" cy="4637088"/>
          </a:xfrm>
        </p:spPr>
        <p:txBody>
          <a:bodyPr>
            <a:noAutofit/>
          </a:bodyPr>
          <a:lstStyle>
            <a:lvl1pPr>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Content Placeholder 3">
            <a:extLst>
              <a:ext uri="{FF2B5EF4-FFF2-40B4-BE49-F238E27FC236}">
                <a16:creationId xmlns:a16="http://schemas.microsoft.com/office/drawing/2014/main" id="{4DAA7483-08C3-4C1B-967A-4FB6B7CAC56F}"/>
              </a:ext>
            </a:extLst>
          </p:cNvPr>
          <p:cNvSpPr>
            <a:spLocks noGrp="1"/>
          </p:cNvSpPr>
          <p:nvPr>
            <p:ph sz="half" idx="14" hasCustomPrompt="1"/>
          </p:nvPr>
        </p:nvSpPr>
        <p:spPr>
          <a:xfrm>
            <a:off x="9270207" y="1285875"/>
            <a:ext cx="2436812" cy="4637088"/>
          </a:xfrm>
        </p:spPr>
        <p:txBody>
          <a:bodyPr>
            <a:noAutofit/>
          </a:bodyPr>
          <a:lstStyle>
            <a:lvl1pPr>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2"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41181008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D5F03CE-D3E5-4038-8C56-708625F4A791}"/>
              </a:ext>
            </a:extLst>
          </p:cNvPr>
          <p:cNvSpPr>
            <a:spLocks noGrp="1"/>
          </p:cNvSpPr>
          <p:nvPr>
            <p:ph type="pic" sz="quarter" idx="13"/>
          </p:nvPr>
        </p:nvSpPr>
        <p:spPr>
          <a:xfrm>
            <a:off x="6096000" y="0"/>
            <a:ext cx="6089650" cy="6858000"/>
          </a:xfrm>
        </p:spPr>
        <p:txBody>
          <a:bodyPr/>
          <a:lstStyle/>
          <a:p>
            <a:endParaRPr lang="en-GB"/>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846948"/>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040312" cy="46370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82019743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Image 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89D703F4-20FC-4174-BE5A-B085E4F085D2}"/>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3" y="2243929"/>
            <a:ext cx="4680000" cy="3718848"/>
          </a:xfrm>
        </p:spPr>
        <p:txBody>
          <a:bodyPr>
            <a:noAutofit/>
          </a:bodyPr>
          <a:lstStyle>
            <a:lvl1pPr>
              <a:defRPr sz="1800" b="0"/>
            </a:lvl1pPr>
            <a:lvl2pPr>
              <a:defRPr sz="18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41766201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illustr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4860000" cy="4655473"/>
          </a:xfrm>
        </p:spPr>
        <p:txBody>
          <a:bodyPr/>
          <a:lstStyle>
            <a:lvl1pPr>
              <a:defRPr b="0"/>
            </a:lvl1pPr>
            <a:lvl2pPr>
              <a:defRPr/>
            </a:lvl2pPr>
          </a:lstStyle>
          <a:p>
            <a:pPr lvl="0"/>
            <a:r>
              <a:rPr lang="en-US" dirty="0"/>
              <a:t>Click to edit master styles</a:t>
            </a:r>
          </a:p>
          <a:p>
            <a:pPr lvl="1"/>
            <a:r>
              <a:rPr lang="en-US" dirty="0"/>
              <a:t>Second level text</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2452176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286000" cy="22860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286000" cy="22860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286000" cy="22860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286000" cy="22860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777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ntent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2"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6" name="Text Placeholder 16">
            <a:extLst>
              <a:ext uri="{FF2B5EF4-FFF2-40B4-BE49-F238E27FC236}">
                <a16:creationId xmlns:a16="http://schemas.microsoft.com/office/drawing/2014/main" id="{89134B74-8383-41D2-8F47-83D56A549A82}"/>
              </a:ext>
            </a:extLst>
          </p:cNvPr>
          <p:cNvSpPr>
            <a:spLocks noGrp="1"/>
          </p:cNvSpPr>
          <p:nvPr>
            <p:ph type="body" sz="quarter" idx="19" hasCustomPrompt="1"/>
          </p:nvPr>
        </p:nvSpPr>
        <p:spPr>
          <a:xfrm>
            <a:off x="509588"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Picture Placeholder 11">
            <a:extLst>
              <a:ext uri="{FF2B5EF4-FFF2-40B4-BE49-F238E27FC236}">
                <a16:creationId xmlns:a16="http://schemas.microsoft.com/office/drawing/2014/main" id="{2F0D76AA-1DFE-4D79-812C-186D68189905}"/>
              </a:ext>
            </a:extLst>
          </p:cNvPr>
          <p:cNvSpPr>
            <a:spLocks noGrp="1"/>
          </p:cNvSpPr>
          <p:nvPr>
            <p:ph type="pic" sz="quarter" idx="15"/>
          </p:nvPr>
        </p:nvSpPr>
        <p:spPr>
          <a:xfrm>
            <a:off x="509586" y="1285875"/>
            <a:ext cx="4856165" cy="2286000"/>
          </a:xfrm>
        </p:spPr>
        <p:txBody>
          <a:bodyPr/>
          <a:lstStyle/>
          <a:p>
            <a:endParaRPr lang="en-GB" dirty="0"/>
          </a:p>
        </p:txBody>
      </p:sp>
      <p:sp>
        <p:nvSpPr>
          <p:cNvPr id="22" name="Picture Placeholder 11">
            <a:extLst>
              <a:ext uri="{FF2B5EF4-FFF2-40B4-BE49-F238E27FC236}">
                <a16:creationId xmlns:a16="http://schemas.microsoft.com/office/drawing/2014/main" id="{87E9B1C2-9C05-461F-8E14-2DFF60A2E714}"/>
              </a:ext>
            </a:extLst>
          </p:cNvPr>
          <p:cNvSpPr>
            <a:spLocks noGrp="1"/>
          </p:cNvSpPr>
          <p:nvPr>
            <p:ph type="pic" sz="quarter" idx="16"/>
          </p:nvPr>
        </p:nvSpPr>
        <p:spPr>
          <a:xfrm>
            <a:off x="6095998" y="1285875"/>
            <a:ext cx="4856165" cy="2286000"/>
          </a:xfrm>
        </p:spPr>
        <p:txBody>
          <a:bodyPr/>
          <a:lstStyle/>
          <a:p>
            <a:endParaRPr lang="en-GB" dirty="0"/>
          </a:p>
        </p:txBody>
      </p:sp>
      <p:sp>
        <p:nvSpPr>
          <p:cNvPr id="23" name="Text Placeholder 16">
            <a:extLst>
              <a:ext uri="{FF2B5EF4-FFF2-40B4-BE49-F238E27FC236}">
                <a16:creationId xmlns:a16="http://schemas.microsoft.com/office/drawing/2014/main" id="{06D13294-8C21-4034-890D-D7F6DFCCBBA0}"/>
              </a:ext>
            </a:extLst>
          </p:cNvPr>
          <p:cNvSpPr>
            <a:spLocks noGrp="1"/>
          </p:cNvSpPr>
          <p:nvPr>
            <p:ph type="body" sz="quarter" idx="20" hasCustomPrompt="1"/>
          </p:nvPr>
        </p:nvSpPr>
        <p:spPr>
          <a:xfrm>
            <a:off x="6096000"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8328576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ight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436812" cy="11557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436812" cy="11557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436812" cy="11557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436812" cy="11557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6" name="Text Placeholder 16">
            <a:extLst>
              <a:ext uri="{FF2B5EF4-FFF2-40B4-BE49-F238E27FC236}">
                <a16:creationId xmlns:a16="http://schemas.microsoft.com/office/drawing/2014/main" id="{A5B28517-BD15-4CC9-8966-9E26A25496B5}"/>
              </a:ext>
            </a:extLst>
          </p:cNvPr>
          <p:cNvSpPr>
            <a:spLocks noGrp="1"/>
          </p:cNvSpPr>
          <p:nvPr>
            <p:ph type="body" sz="quarter" idx="23" hasCustomPrompt="1"/>
          </p:nvPr>
        </p:nvSpPr>
        <p:spPr>
          <a:xfrm>
            <a:off x="50958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1" name="Picture Placeholder 11">
            <a:extLst>
              <a:ext uri="{FF2B5EF4-FFF2-40B4-BE49-F238E27FC236}">
                <a16:creationId xmlns:a16="http://schemas.microsoft.com/office/drawing/2014/main" id="{8DC2FAE1-3931-4C38-89A6-B5757B715A9F}"/>
              </a:ext>
            </a:extLst>
          </p:cNvPr>
          <p:cNvSpPr>
            <a:spLocks noGrp="1"/>
          </p:cNvSpPr>
          <p:nvPr>
            <p:ph type="pic" sz="quarter" idx="24"/>
          </p:nvPr>
        </p:nvSpPr>
        <p:spPr>
          <a:xfrm>
            <a:off x="509588" y="3910310"/>
            <a:ext cx="2436812" cy="1155700"/>
          </a:xfrm>
        </p:spPr>
        <p:txBody>
          <a:bodyPr/>
          <a:lstStyle/>
          <a:p>
            <a:endParaRPr lang="en-GB" dirty="0"/>
          </a:p>
        </p:txBody>
      </p:sp>
      <p:sp>
        <p:nvSpPr>
          <p:cNvPr id="22" name="Picture Placeholder 11">
            <a:extLst>
              <a:ext uri="{FF2B5EF4-FFF2-40B4-BE49-F238E27FC236}">
                <a16:creationId xmlns:a16="http://schemas.microsoft.com/office/drawing/2014/main" id="{B9AF8D75-77C0-43DC-B154-6C1DAD605D7B}"/>
              </a:ext>
            </a:extLst>
          </p:cNvPr>
          <p:cNvSpPr>
            <a:spLocks noGrp="1"/>
          </p:cNvSpPr>
          <p:nvPr>
            <p:ph type="pic" sz="quarter" idx="25"/>
          </p:nvPr>
        </p:nvSpPr>
        <p:spPr>
          <a:xfrm>
            <a:off x="3330198" y="3910310"/>
            <a:ext cx="2436812" cy="1155700"/>
          </a:xfrm>
        </p:spPr>
        <p:txBody>
          <a:bodyPr/>
          <a:lstStyle/>
          <a:p>
            <a:endParaRPr lang="en-GB" dirty="0"/>
          </a:p>
        </p:txBody>
      </p:sp>
      <p:sp>
        <p:nvSpPr>
          <p:cNvPr id="23" name="Picture Placeholder 11">
            <a:extLst>
              <a:ext uri="{FF2B5EF4-FFF2-40B4-BE49-F238E27FC236}">
                <a16:creationId xmlns:a16="http://schemas.microsoft.com/office/drawing/2014/main" id="{D2F053D7-8657-4D69-9D6B-6A31D3EE191F}"/>
              </a:ext>
            </a:extLst>
          </p:cNvPr>
          <p:cNvSpPr>
            <a:spLocks noGrp="1"/>
          </p:cNvSpPr>
          <p:nvPr>
            <p:ph type="pic" sz="quarter" idx="26"/>
          </p:nvPr>
        </p:nvSpPr>
        <p:spPr>
          <a:xfrm>
            <a:off x="6150808" y="3910310"/>
            <a:ext cx="2436812" cy="1155700"/>
          </a:xfrm>
        </p:spPr>
        <p:txBody>
          <a:bodyPr/>
          <a:lstStyle/>
          <a:p>
            <a:endParaRPr lang="en-GB" dirty="0"/>
          </a:p>
        </p:txBody>
      </p:sp>
      <p:sp>
        <p:nvSpPr>
          <p:cNvPr id="24" name="Picture Placeholder 11">
            <a:extLst>
              <a:ext uri="{FF2B5EF4-FFF2-40B4-BE49-F238E27FC236}">
                <a16:creationId xmlns:a16="http://schemas.microsoft.com/office/drawing/2014/main" id="{7109D2C2-06AB-4833-8A7E-8B77411F1184}"/>
              </a:ext>
            </a:extLst>
          </p:cNvPr>
          <p:cNvSpPr>
            <a:spLocks noGrp="1"/>
          </p:cNvSpPr>
          <p:nvPr>
            <p:ph type="pic" sz="quarter" idx="27"/>
          </p:nvPr>
        </p:nvSpPr>
        <p:spPr>
          <a:xfrm>
            <a:off x="8971418" y="3910310"/>
            <a:ext cx="2436812" cy="1155700"/>
          </a:xfrm>
        </p:spPr>
        <p:txBody>
          <a:bodyPr/>
          <a:lstStyle/>
          <a:p>
            <a:endParaRPr lang="en-GB" dirty="0"/>
          </a:p>
        </p:txBody>
      </p:sp>
      <p:sp>
        <p:nvSpPr>
          <p:cNvPr id="25" name="Text Placeholder 16">
            <a:extLst>
              <a:ext uri="{FF2B5EF4-FFF2-40B4-BE49-F238E27FC236}">
                <a16:creationId xmlns:a16="http://schemas.microsoft.com/office/drawing/2014/main" id="{3407D2D6-C5F5-4E02-A032-FD8D85631D98}"/>
              </a:ext>
            </a:extLst>
          </p:cNvPr>
          <p:cNvSpPr>
            <a:spLocks noGrp="1"/>
          </p:cNvSpPr>
          <p:nvPr>
            <p:ph type="body" sz="quarter" idx="28" hasCustomPrompt="1"/>
          </p:nvPr>
        </p:nvSpPr>
        <p:spPr>
          <a:xfrm>
            <a:off x="333019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6" name="Text Placeholder 16">
            <a:extLst>
              <a:ext uri="{FF2B5EF4-FFF2-40B4-BE49-F238E27FC236}">
                <a16:creationId xmlns:a16="http://schemas.microsoft.com/office/drawing/2014/main" id="{66694D52-5B0A-4635-86D1-9F3CE3083732}"/>
              </a:ext>
            </a:extLst>
          </p:cNvPr>
          <p:cNvSpPr>
            <a:spLocks noGrp="1"/>
          </p:cNvSpPr>
          <p:nvPr>
            <p:ph type="body" sz="quarter" idx="29" hasCustomPrompt="1"/>
          </p:nvPr>
        </p:nvSpPr>
        <p:spPr>
          <a:xfrm>
            <a:off x="615080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7" name="Text Placeholder 16">
            <a:extLst>
              <a:ext uri="{FF2B5EF4-FFF2-40B4-BE49-F238E27FC236}">
                <a16:creationId xmlns:a16="http://schemas.microsoft.com/office/drawing/2014/main" id="{F369DB06-CE64-460F-896F-F6D7BC4413B3}"/>
              </a:ext>
            </a:extLst>
          </p:cNvPr>
          <p:cNvSpPr>
            <a:spLocks noGrp="1"/>
          </p:cNvSpPr>
          <p:nvPr>
            <p:ph type="body" sz="quarter" idx="30" hasCustomPrompt="1"/>
          </p:nvPr>
        </p:nvSpPr>
        <p:spPr>
          <a:xfrm>
            <a:off x="897141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Tree>
    <p:extLst>
      <p:ext uri="{BB962C8B-B14F-4D97-AF65-F5344CB8AC3E}">
        <p14:creationId xmlns:p14="http://schemas.microsoft.com/office/powerpoint/2010/main" val="21151568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ircl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975099"/>
            <a:ext cx="2436812"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2199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2"/>
                </a:solidFill>
              </a:defRPr>
            </a:lvl2pPr>
          </a:lstStyle>
          <a:p>
            <a:pPr lvl="0"/>
            <a:r>
              <a:rPr lang="en-US" dirty="0"/>
              <a:t>Click to edit master text styles</a:t>
            </a:r>
          </a:p>
          <a:p>
            <a:pPr lvl="1"/>
            <a:r>
              <a:rPr lang="en-US" dirty="0"/>
              <a:t>Second level</a:t>
            </a:r>
          </a:p>
        </p:txBody>
      </p:sp>
      <p:sp>
        <p:nvSpPr>
          <p:cNvPr id="21" name="Text Placeholder 7">
            <a:extLst>
              <a:ext uri="{FF2B5EF4-FFF2-40B4-BE49-F238E27FC236}">
                <a16:creationId xmlns:a16="http://schemas.microsoft.com/office/drawing/2014/main" id="{8E66F550-E782-4ACE-B58C-DCEEE04D83B2}"/>
              </a:ext>
            </a:extLst>
          </p:cNvPr>
          <p:cNvSpPr>
            <a:spLocks noGrp="1"/>
          </p:cNvSpPr>
          <p:nvPr>
            <p:ph type="body" sz="quarter" idx="24" hasCustomPrompt="1"/>
          </p:nvPr>
        </p:nvSpPr>
        <p:spPr>
          <a:xfrm>
            <a:off x="334260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2"/>
                </a:solidFill>
              </a:defRPr>
            </a:lvl2pPr>
          </a:lstStyle>
          <a:p>
            <a:pPr lvl="0"/>
            <a:r>
              <a:rPr lang="en-US" dirty="0"/>
              <a:t>Click to edit master text styles</a:t>
            </a:r>
          </a:p>
          <a:p>
            <a:pPr lvl="1"/>
            <a:r>
              <a:rPr lang="en-US" dirty="0"/>
              <a:t>Second level</a:t>
            </a:r>
          </a:p>
        </p:txBody>
      </p:sp>
      <p:sp>
        <p:nvSpPr>
          <p:cNvPr id="22" name="Text Placeholder 7">
            <a:extLst>
              <a:ext uri="{FF2B5EF4-FFF2-40B4-BE49-F238E27FC236}">
                <a16:creationId xmlns:a16="http://schemas.microsoft.com/office/drawing/2014/main" id="{44E0CD34-26BF-4377-AAC7-C23FC9C5A1B9}"/>
              </a:ext>
            </a:extLst>
          </p:cNvPr>
          <p:cNvSpPr>
            <a:spLocks noGrp="1"/>
          </p:cNvSpPr>
          <p:nvPr>
            <p:ph type="body" sz="quarter" idx="25" hasCustomPrompt="1"/>
          </p:nvPr>
        </p:nvSpPr>
        <p:spPr>
          <a:xfrm>
            <a:off x="616321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2"/>
                </a:solidFill>
              </a:defRPr>
            </a:lvl2pPr>
          </a:lstStyle>
          <a:p>
            <a:pPr lvl="0"/>
            <a:r>
              <a:rPr lang="en-US" dirty="0"/>
              <a:t>Click to edit master text styles</a:t>
            </a:r>
          </a:p>
          <a:p>
            <a:pPr lvl="1"/>
            <a:r>
              <a:rPr lang="en-US" dirty="0"/>
              <a:t>Second level</a:t>
            </a:r>
          </a:p>
        </p:txBody>
      </p:sp>
      <p:sp>
        <p:nvSpPr>
          <p:cNvPr id="23" name="Text Placeholder 7">
            <a:extLst>
              <a:ext uri="{FF2B5EF4-FFF2-40B4-BE49-F238E27FC236}">
                <a16:creationId xmlns:a16="http://schemas.microsoft.com/office/drawing/2014/main" id="{CFB3A794-A323-4426-B9B9-952E9B178D81}"/>
              </a:ext>
            </a:extLst>
          </p:cNvPr>
          <p:cNvSpPr>
            <a:spLocks noGrp="1"/>
          </p:cNvSpPr>
          <p:nvPr>
            <p:ph type="body" sz="quarter" idx="26" hasCustomPrompt="1"/>
          </p:nvPr>
        </p:nvSpPr>
        <p:spPr>
          <a:xfrm>
            <a:off x="898382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2"/>
                </a:solidFil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569255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7000"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64412"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91823"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335979"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46100"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991823" y="1404938"/>
            <a:ext cx="2472758" cy="2412000"/>
          </a:xfrm>
          <a:prstGeom prst="rect">
            <a:avLst/>
          </a:prstGeom>
          <a:ln>
            <a:noFill/>
          </a:ln>
        </p:spPr>
        <p:txBody>
          <a:bodyPr anchor="b" anchorCtr="0">
            <a:normAutofit/>
          </a:bodyPr>
          <a:lstStyle>
            <a:lvl1pPr algn="l">
              <a:lnSpc>
                <a:spcPct val="80000"/>
              </a:lnSpc>
              <a:defRPr sz="10000" b="0">
                <a:solidFill>
                  <a:schemeClr val="accent2"/>
                </a:solidFill>
                <a:latin typeface="+mj-lt"/>
              </a:defRPr>
            </a:lvl1pPr>
            <a:lvl2pPr algn="ctr">
              <a:defRPr sz="1800">
                <a:solidFill>
                  <a:schemeClr val="accent1"/>
                </a:solidFill>
              </a:defRPr>
            </a:lvl2pPr>
          </a:lstStyle>
          <a:p>
            <a:pPr lvl="0"/>
            <a:r>
              <a:rPr lang="en-US" dirty="0"/>
              <a:t>000</a:t>
            </a:r>
          </a:p>
        </p:txBody>
      </p:sp>
    </p:spTree>
    <p:extLst>
      <p:ext uri="{BB962C8B-B14F-4D97-AF65-F5344CB8AC3E}">
        <p14:creationId xmlns:p14="http://schemas.microsoft.com/office/powerpoint/2010/main" val="34063647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ight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145479"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00912"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864823" y="17600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1" name="Text Placeholder 16">
            <a:extLst>
              <a:ext uri="{FF2B5EF4-FFF2-40B4-BE49-F238E27FC236}">
                <a16:creationId xmlns:a16="http://schemas.microsoft.com/office/drawing/2014/main" id="{D053614B-C29F-439D-8F34-868A1FB74612}"/>
              </a:ext>
            </a:extLst>
          </p:cNvPr>
          <p:cNvSpPr>
            <a:spLocks noGrp="1"/>
          </p:cNvSpPr>
          <p:nvPr>
            <p:ph type="body" sz="quarter" idx="27" hasCustomPrompt="1"/>
          </p:nvPr>
        </p:nvSpPr>
        <p:spPr>
          <a:xfrm>
            <a:off x="31384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2" name="Text Placeholder 16">
            <a:extLst>
              <a:ext uri="{FF2B5EF4-FFF2-40B4-BE49-F238E27FC236}">
                <a16:creationId xmlns:a16="http://schemas.microsoft.com/office/drawing/2014/main" id="{195958D4-AA43-48A3-A31D-AA7FD9997A46}"/>
              </a:ext>
            </a:extLst>
          </p:cNvPr>
          <p:cNvSpPr>
            <a:spLocks noGrp="1"/>
          </p:cNvSpPr>
          <p:nvPr>
            <p:ph type="body" sz="quarter" idx="28" hasCustomPrompt="1"/>
          </p:nvPr>
        </p:nvSpPr>
        <p:spPr>
          <a:xfrm>
            <a:off x="6097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3" name="Text Placeholder 16">
            <a:extLst>
              <a:ext uri="{FF2B5EF4-FFF2-40B4-BE49-F238E27FC236}">
                <a16:creationId xmlns:a16="http://schemas.microsoft.com/office/drawing/2014/main" id="{AB4D04C2-2263-46A7-9504-27C4EA99D36D}"/>
              </a:ext>
            </a:extLst>
          </p:cNvPr>
          <p:cNvSpPr>
            <a:spLocks noGrp="1"/>
          </p:cNvSpPr>
          <p:nvPr>
            <p:ph type="body" sz="quarter" idx="29" hasCustomPrompt="1"/>
          </p:nvPr>
        </p:nvSpPr>
        <p:spPr>
          <a:xfrm>
            <a:off x="88788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5" name="Text Placeholder 16">
            <a:extLst>
              <a:ext uri="{FF2B5EF4-FFF2-40B4-BE49-F238E27FC236}">
                <a16:creationId xmlns:a16="http://schemas.microsoft.com/office/drawing/2014/main" id="{ECA847AF-B817-4119-97AF-FDECB88DC14D}"/>
              </a:ext>
            </a:extLst>
          </p:cNvPr>
          <p:cNvSpPr>
            <a:spLocks noGrp="1"/>
          </p:cNvSpPr>
          <p:nvPr>
            <p:ph type="body" sz="quarter" idx="30" hasCustomPrompt="1"/>
          </p:nvPr>
        </p:nvSpPr>
        <p:spPr>
          <a:xfrm>
            <a:off x="509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26" name="Text Placeholder 7">
            <a:extLst>
              <a:ext uri="{FF2B5EF4-FFF2-40B4-BE49-F238E27FC236}">
                <a16:creationId xmlns:a16="http://schemas.microsoft.com/office/drawing/2014/main" id="{C832ADD4-F50F-454E-B2D9-876D8FB35595}"/>
              </a:ext>
            </a:extLst>
          </p:cNvPr>
          <p:cNvSpPr>
            <a:spLocks noGrp="1"/>
          </p:cNvSpPr>
          <p:nvPr>
            <p:ph type="body" sz="quarter" idx="31" hasCustomPrompt="1"/>
          </p:nvPr>
        </p:nvSpPr>
        <p:spPr>
          <a:xfrm>
            <a:off x="509588"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7" name="Text Placeholder 7">
            <a:extLst>
              <a:ext uri="{FF2B5EF4-FFF2-40B4-BE49-F238E27FC236}">
                <a16:creationId xmlns:a16="http://schemas.microsoft.com/office/drawing/2014/main" id="{6ACFFE69-15A9-487F-8FA4-4E14F0B61A53}"/>
              </a:ext>
            </a:extLst>
          </p:cNvPr>
          <p:cNvSpPr>
            <a:spLocks noGrp="1"/>
          </p:cNvSpPr>
          <p:nvPr>
            <p:ph type="body" sz="quarter" idx="32" hasCustomPrompt="1"/>
          </p:nvPr>
        </p:nvSpPr>
        <p:spPr>
          <a:xfrm>
            <a:off x="3145479"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8" name="Text Placeholder 7">
            <a:extLst>
              <a:ext uri="{FF2B5EF4-FFF2-40B4-BE49-F238E27FC236}">
                <a16:creationId xmlns:a16="http://schemas.microsoft.com/office/drawing/2014/main" id="{1FB81596-48BA-4359-88E6-7F2C6B3CF463}"/>
              </a:ext>
            </a:extLst>
          </p:cNvPr>
          <p:cNvSpPr>
            <a:spLocks noGrp="1"/>
          </p:cNvSpPr>
          <p:nvPr>
            <p:ph type="body" sz="quarter" idx="33" hasCustomPrompt="1"/>
          </p:nvPr>
        </p:nvSpPr>
        <p:spPr>
          <a:xfrm>
            <a:off x="6100912"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29" name="Text Placeholder 7">
            <a:extLst>
              <a:ext uri="{FF2B5EF4-FFF2-40B4-BE49-F238E27FC236}">
                <a16:creationId xmlns:a16="http://schemas.microsoft.com/office/drawing/2014/main" id="{5CDF8EA0-7409-4EEC-84A9-99386E2DA0B7}"/>
              </a:ext>
            </a:extLst>
          </p:cNvPr>
          <p:cNvSpPr>
            <a:spLocks noGrp="1"/>
          </p:cNvSpPr>
          <p:nvPr>
            <p:ph type="body" sz="quarter" idx="34" hasCustomPrompt="1"/>
          </p:nvPr>
        </p:nvSpPr>
        <p:spPr>
          <a:xfrm>
            <a:off x="8864823" y="3817441"/>
            <a:ext cx="2472758" cy="1160960"/>
          </a:xfrm>
          <a:prstGeom prst="rect">
            <a:avLst/>
          </a:prstGeom>
          <a:ln>
            <a:noFill/>
          </a:ln>
        </p:spPr>
        <p:txBody>
          <a:bodyPr anchor="b" anchorCtr="0">
            <a:normAutofit/>
          </a:bodyPr>
          <a:lstStyle>
            <a:lvl1pPr algn="l">
              <a:lnSpc>
                <a:spcPct val="80000"/>
              </a:lnSpc>
              <a:defRPr sz="8000" b="0">
                <a:solidFill>
                  <a:schemeClr val="accent2"/>
                </a:solidFill>
                <a:latin typeface="+mj-lt"/>
              </a:defRPr>
            </a:lvl1pPr>
            <a:lvl2pPr algn="ctr">
              <a:defRPr sz="1800">
                <a:solidFill>
                  <a:schemeClr val="accent1"/>
                </a:solidFill>
              </a:defRPr>
            </a:lvl2pPr>
          </a:lstStyle>
          <a:p>
            <a:pPr lvl="0"/>
            <a:r>
              <a:rPr lang="en-US" dirty="0"/>
              <a:t>000</a:t>
            </a:r>
          </a:p>
        </p:txBody>
      </p:sp>
      <p:sp>
        <p:nvSpPr>
          <p:cNvPr id="30" name="Text Placeholder 16">
            <a:extLst>
              <a:ext uri="{FF2B5EF4-FFF2-40B4-BE49-F238E27FC236}">
                <a16:creationId xmlns:a16="http://schemas.microsoft.com/office/drawing/2014/main" id="{24718102-A97F-483B-A9E6-474C8018ADA9}"/>
              </a:ext>
            </a:extLst>
          </p:cNvPr>
          <p:cNvSpPr>
            <a:spLocks noGrp="1"/>
          </p:cNvSpPr>
          <p:nvPr>
            <p:ph type="body" sz="quarter" idx="35" hasCustomPrompt="1"/>
          </p:nvPr>
        </p:nvSpPr>
        <p:spPr>
          <a:xfrm>
            <a:off x="31384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31" name="Text Placeholder 16">
            <a:extLst>
              <a:ext uri="{FF2B5EF4-FFF2-40B4-BE49-F238E27FC236}">
                <a16:creationId xmlns:a16="http://schemas.microsoft.com/office/drawing/2014/main" id="{AA260A7C-8FFD-4C6E-91CE-B0470195A70D}"/>
              </a:ext>
            </a:extLst>
          </p:cNvPr>
          <p:cNvSpPr>
            <a:spLocks noGrp="1"/>
          </p:cNvSpPr>
          <p:nvPr>
            <p:ph type="body" sz="quarter" idx="36" hasCustomPrompt="1"/>
          </p:nvPr>
        </p:nvSpPr>
        <p:spPr>
          <a:xfrm>
            <a:off x="6097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32" name="Text Placeholder 16">
            <a:extLst>
              <a:ext uri="{FF2B5EF4-FFF2-40B4-BE49-F238E27FC236}">
                <a16:creationId xmlns:a16="http://schemas.microsoft.com/office/drawing/2014/main" id="{1E55353B-A437-4DD1-85DB-2956FF65DD04}"/>
              </a:ext>
            </a:extLst>
          </p:cNvPr>
          <p:cNvSpPr>
            <a:spLocks noGrp="1"/>
          </p:cNvSpPr>
          <p:nvPr>
            <p:ph type="body" sz="quarter" idx="37" hasCustomPrompt="1"/>
          </p:nvPr>
        </p:nvSpPr>
        <p:spPr>
          <a:xfrm>
            <a:off x="88788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Tree>
    <p:extLst>
      <p:ext uri="{BB962C8B-B14F-4D97-AF65-F5344CB8AC3E}">
        <p14:creationId xmlns:p14="http://schemas.microsoft.com/office/powerpoint/2010/main" val="41673429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ata Visualis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1042210"/>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930399"/>
            <a:ext cx="5040312" cy="3992563"/>
          </a:xfrm>
        </p:spPr>
        <p:txBody>
          <a:bodyPr>
            <a:noAutofit/>
          </a:bodyPr>
          <a:lstStyle>
            <a:lvl1pPr>
              <a:spcBef>
                <a:spcPts val="0"/>
              </a:spcBef>
              <a:spcAft>
                <a:spcPts val="1000"/>
              </a:spcAft>
              <a:defRPr sz="1200" b="1">
                <a:solidFill>
                  <a:schemeClr val="accent2"/>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4" name="Chart Placeholder 9">
            <a:extLst>
              <a:ext uri="{FF2B5EF4-FFF2-40B4-BE49-F238E27FC236}">
                <a16:creationId xmlns:a16="http://schemas.microsoft.com/office/drawing/2014/main" id="{A8318201-02A9-48D2-A9FF-BD6B294BD1C1}"/>
              </a:ext>
            </a:extLst>
          </p:cNvPr>
          <p:cNvSpPr>
            <a:spLocks noGrp="1"/>
          </p:cNvSpPr>
          <p:nvPr>
            <p:ph type="chart" sz="quarter" idx="13"/>
          </p:nvPr>
        </p:nvSpPr>
        <p:spPr>
          <a:xfrm>
            <a:off x="6329363" y="520700"/>
            <a:ext cx="2468562" cy="2641600"/>
          </a:xfrm>
        </p:spPr>
        <p:txBody>
          <a:bodyPr/>
          <a:lstStyle/>
          <a:p>
            <a:endParaRPr lang="en-GB" dirty="0"/>
          </a:p>
        </p:txBody>
      </p:sp>
      <p:sp>
        <p:nvSpPr>
          <p:cNvPr id="16" name="Chart Placeholder 9">
            <a:extLst>
              <a:ext uri="{FF2B5EF4-FFF2-40B4-BE49-F238E27FC236}">
                <a16:creationId xmlns:a16="http://schemas.microsoft.com/office/drawing/2014/main" id="{8ABF3823-0C43-457B-B096-44D77822FBB2}"/>
              </a:ext>
            </a:extLst>
          </p:cNvPr>
          <p:cNvSpPr>
            <a:spLocks noGrp="1"/>
          </p:cNvSpPr>
          <p:nvPr>
            <p:ph type="chart" sz="quarter" idx="14"/>
          </p:nvPr>
        </p:nvSpPr>
        <p:spPr>
          <a:xfrm>
            <a:off x="9288463" y="520700"/>
            <a:ext cx="2468562" cy="2641600"/>
          </a:xfrm>
        </p:spPr>
        <p:txBody>
          <a:bodyPr/>
          <a:lstStyle/>
          <a:p>
            <a:endParaRPr lang="en-GB" dirty="0"/>
          </a:p>
        </p:txBody>
      </p:sp>
      <p:sp>
        <p:nvSpPr>
          <p:cNvPr id="17" name="Chart Placeholder 9">
            <a:extLst>
              <a:ext uri="{FF2B5EF4-FFF2-40B4-BE49-F238E27FC236}">
                <a16:creationId xmlns:a16="http://schemas.microsoft.com/office/drawing/2014/main" id="{ECD3C54B-8CDC-4A48-8FC3-9C39BB31930F}"/>
              </a:ext>
            </a:extLst>
          </p:cNvPr>
          <p:cNvSpPr>
            <a:spLocks noGrp="1"/>
          </p:cNvSpPr>
          <p:nvPr>
            <p:ph type="chart" sz="quarter" idx="15"/>
          </p:nvPr>
        </p:nvSpPr>
        <p:spPr>
          <a:xfrm>
            <a:off x="6329363" y="3379305"/>
            <a:ext cx="2468562" cy="2641600"/>
          </a:xfrm>
        </p:spPr>
        <p:txBody>
          <a:bodyPr/>
          <a:lstStyle/>
          <a:p>
            <a:endParaRPr lang="en-GB" dirty="0"/>
          </a:p>
        </p:txBody>
      </p:sp>
      <p:sp>
        <p:nvSpPr>
          <p:cNvPr id="18" name="Chart Placeholder 9">
            <a:extLst>
              <a:ext uri="{FF2B5EF4-FFF2-40B4-BE49-F238E27FC236}">
                <a16:creationId xmlns:a16="http://schemas.microsoft.com/office/drawing/2014/main" id="{EEF798DF-C256-41F1-B8EA-1E5927D690AF}"/>
              </a:ext>
            </a:extLst>
          </p:cNvPr>
          <p:cNvSpPr>
            <a:spLocks noGrp="1"/>
          </p:cNvSpPr>
          <p:nvPr>
            <p:ph type="chart" sz="quarter" idx="16"/>
          </p:nvPr>
        </p:nvSpPr>
        <p:spPr>
          <a:xfrm>
            <a:off x="9288463" y="3379305"/>
            <a:ext cx="2468562" cy="2641600"/>
          </a:xfrm>
        </p:spPr>
        <p:txBody>
          <a:bodyPr/>
          <a:lstStyle/>
          <a:p>
            <a:endParaRPr lang="en-GB" dirty="0"/>
          </a:p>
        </p:txBody>
      </p:sp>
      <p:sp>
        <p:nvSpPr>
          <p:cNvPr id="19" name="Text Placeholder 14">
            <a:extLst>
              <a:ext uri="{FF2B5EF4-FFF2-40B4-BE49-F238E27FC236}">
                <a16:creationId xmlns:a16="http://schemas.microsoft.com/office/drawing/2014/main" id="{7F787E1E-3243-4B6B-8E05-DB835B7B10DA}"/>
              </a:ext>
            </a:extLst>
          </p:cNvPr>
          <p:cNvSpPr>
            <a:spLocks noGrp="1"/>
          </p:cNvSpPr>
          <p:nvPr>
            <p:ph type="body" sz="quarter" idx="17" hasCustomPrompt="1"/>
          </p:nvPr>
        </p:nvSpPr>
        <p:spPr>
          <a:xfrm>
            <a:off x="6329363" y="6121400"/>
            <a:ext cx="5353050" cy="362546"/>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2185724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ta Visualisa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1042210"/>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823047"/>
            <a:ext cx="5586412" cy="488353"/>
          </a:xfrm>
        </p:spPr>
        <p:txBody>
          <a:bodyPr>
            <a:noAutofit/>
          </a:bodyPr>
          <a:lstStyle>
            <a:lvl1pPr>
              <a:spcBef>
                <a:spcPts val="0"/>
              </a:spcBef>
              <a:spcAft>
                <a:spcPts val="0"/>
              </a:spcAft>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Chart Placeholder 9">
            <a:extLst>
              <a:ext uri="{FF2B5EF4-FFF2-40B4-BE49-F238E27FC236}">
                <a16:creationId xmlns:a16="http://schemas.microsoft.com/office/drawing/2014/main" id="{F92B422B-57C0-445B-982A-FFF6AB0DCDBE}"/>
              </a:ext>
            </a:extLst>
          </p:cNvPr>
          <p:cNvSpPr>
            <a:spLocks noGrp="1"/>
          </p:cNvSpPr>
          <p:nvPr>
            <p:ph type="chart" sz="quarter" idx="13"/>
          </p:nvPr>
        </p:nvSpPr>
        <p:spPr>
          <a:xfrm>
            <a:off x="510362" y="2311399"/>
            <a:ext cx="5585637" cy="3611563"/>
          </a:xfrm>
        </p:spPr>
        <p:txBody>
          <a:bodyPr/>
          <a:lstStyle/>
          <a:p>
            <a:endParaRPr lang="en-GB" dirty="0"/>
          </a:p>
        </p:txBody>
      </p:sp>
      <p:sp>
        <p:nvSpPr>
          <p:cNvPr id="12" name="Chart Placeholder 9">
            <a:extLst>
              <a:ext uri="{FF2B5EF4-FFF2-40B4-BE49-F238E27FC236}">
                <a16:creationId xmlns:a16="http://schemas.microsoft.com/office/drawing/2014/main" id="{F4247118-8718-4863-A3C4-E7411F40AF33}"/>
              </a:ext>
            </a:extLst>
          </p:cNvPr>
          <p:cNvSpPr>
            <a:spLocks noGrp="1"/>
          </p:cNvSpPr>
          <p:nvPr>
            <p:ph type="chart" sz="quarter" idx="15"/>
          </p:nvPr>
        </p:nvSpPr>
        <p:spPr>
          <a:xfrm>
            <a:off x="6605587" y="2311400"/>
            <a:ext cx="5076826" cy="3611563"/>
          </a:xfrm>
        </p:spPr>
        <p:txBody>
          <a:bodyPr/>
          <a:lstStyle/>
          <a:p>
            <a:endParaRPr lang="en-GB" dirty="0"/>
          </a:p>
        </p:txBody>
      </p:sp>
      <p:sp>
        <p:nvSpPr>
          <p:cNvPr id="15" name="Text Placeholder 14">
            <a:extLst>
              <a:ext uri="{FF2B5EF4-FFF2-40B4-BE49-F238E27FC236}">
                <a16:creationId xmlns:a16="http://schemas.microsoft.com/office/drawing/2014/main" id="{BF9665DB-2E79-48FA-93AC-5E92F546E5D9}"/>
              </a:ext>
            </a:extLst>
          </p:cNvPr>
          <p:cNvSpPr>
            <a:spLocks noGrp="1"/>
          </p:cNvSpPr>
          <p:nvPr>
            <p:ph type="body" sz="quarter" idx="17" hasCustomPrompt="1"/>
          </p:nvPr>
        </p:nvSpPr>
        <p:spPr>
          <a:xfrm>
            <a:off x="6605588" y="6022010"/>
            <a:ext cx="507492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4" name="Content Placeholder 2">
            <a:extLst>
              <a:ext uri="{FF2B5EF4-FFF2-40B4-BE49-F238E27FC236}">
                <a16:creationId xmlns:a16="http://schemas.microsoft.com/office/drawing/2014/main" id="{FF279420-5116-4AAF-ADBE-BC7ED57543CF}"/>
              </a:ext>
            </a:extLst>
          </p:cNvPr>
          <p:cNvSpPr>
            <a:spLocks noGrp="1"/>
          </p:cNvSpPr>
          <p:nvPr>
            <p:ph sz="half" idx="18" hasCustomPrompt="1"/>
          </p:nvPr>
        </p:nvSpPr>
        <p:spPr>
          <a:xfrm>
            <a:off x="6605587" y="1823047"/>
            <a:ext cx="5076825" cy="488353"/>
          </a:xfrm>
        </p:spPr>
        <p:txBody>
          <a:bodyPr>
            <a:noAutofit/>
          </a:bodyPr>
          <a:lstStyle>
            <a:lvl1pPr>
              <a:spcBef>
                <a:spcPts val="0"/>
              </a:spcBef>
              <a:spcAft>
                <a:spcPts val="0"/>
              </a:spcAft>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DCA1DD17-5605-4B37-8EBC-712C5D935348}"/>
              </a:ext>
            </a:extLst>
          </p:cNvPr>
          <p:cNvSpPr>
            <a:spLocks noGrp="1"/>
          </p:cNvSpPr>
          <p:nvPr>
            <p:ph type="body" sz="quarter" idx="19" hasCustomPrompt="1"/>
          </p:nvPr>
        </p:nvSpPr>
        <p:spPr>
          <a:xfrm>
            <a:off x="5254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2474014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Chart Placeholder 9">
            <a:extLst>
              <a:ext uri="{FF2B5EF4-FFF2-40B4-BE49-F238E27FC236}">
                <a16:creationId xmlns:a16="http://schemas.microsoft.com/office/drawing/2014/main" id="{F92B422B-57C0-445B-982A-FFF6AB0DCDBE}"/>
              </a:ext>
            </a:extLst>
          </p:cNvPr>
          <p:cNvSpPr>
            <a:spLocks noGrp="1"/>
          </p:cNvSpPr>
          <p:nvPr>
            <p:ph type="chart" sz="quarter" idx="13"/>
          </p:nvPr>
        </p:nvSpPr>
        <p:spPr>
          <a:xfrm>
            <a:off x="510362" y="1824634"/>
            <a:ext cx="5341163" cy="4098328"/>
          </a:xfrm>
        </p:spPr>
        <p:txBody>
          <a:bodyPr/>
          <a:lstStyle/>
          <a:p>
            <a:endParaRPr lang="en-GB" dirty="0"/>
          </a:p>
        </p:txBody>
      </p:sp>
      <p:sp>
        <p:nvSpPr>
          <p:cNvPr id="12" name="Chart Placeholder 9">
            <a:extLst>
              <a:ext uri="{FF2B5EF4-FFF2-40B4-BE49-F238E27FC236}">
                <a16:creationId xmlns:a16="http://schemas.microsoft.com/office/drawing/2014/main" id="{F4247118-8718-4863-A3C4-E7411F40AF33}"/>
              </a:ext>
            </a:extLst>
          </p:cNvPr>
          <p:cNvSpPr>
            <a:spLocks noGrp="1"/>
          </p:cNvSpPr>
          <p:nvPr>
            <p:ph type="chart" sz="quarter" idx="15"/>
          </p:nvPr>
        </p:nvSpPr>
        <p:spPr>
          <a:xfrm>
            <a:off x="6340477" y="1824635"/>
            <a:ext cx="5341936" cy="4098328"/>
          </a:xfrm>
        </p:spPr>
        <p:txBody>
          <a:bodyPr/>
          <a:lstStyle/>
          <a:p>
            <a:endParaRPr lang="en-GB" dirty="0"/>
          </a:p>
        </p:txBody>
      </p:sp>
      <p:sp>
        <p:nvSpPr>
          <p:cNvPr id="15" name="Text Placeholder 14">
            <a:extLst>
              <a:ext uri="{FF2B5EF4-FFF2-40B4-BE49-F238E27FC236}">
                <a16:creationId xmlns:a16="http://schemas.microsoft.com/office/drawing/2014/main" id="{BF9665DB-2E79-48FA-93AC-5E92F546E5D9}"/>
              </a:ext>
            </a:extLst>
          </p:cNvPr>
          <p:cNvSpPr>
            <a:spLocks noGrp="1"/>
          </p:cNvSpPr>
          <p:nvPr>
            <p:ph type="body" sz="quarter" idx="17" hasCustomPrompt="1"/>
          </p:nvPr>
        </p:nvSpPr>
        <p:spPr>
          <a:xfrm>
            <a:off x="63293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DCA1DD17-5605-4B37-8EBC-712C5D935348}"/>
              </a:ext>
            </a:extLst>
          </p:cNvPr>
          <p:cNvSpPr>
            <a:spLocks noGrp="1"/>
          </p:cNvSpPr>
          <p:nvPr>
            <p:ph type="body" sz="quarter" idx="19" hasCustomPrompt="1"/>
          </p:nvPr>
        </p:nvSpPr>
        <p:spPr>
          <a:xfrm>
            <a:off x="5254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1" name="Content Placeholder 2">
            <a:extLst>
              <a:ext uri="{FF2B5EF4-FFF2-40B4-BE49-F238E27FC236}">
                <a16:creationId xmlns:a16="http://schemas.microsoft.com/office/drawing/2014/main" id="{CAC97B18-DF04-4AC4-A777-D1B1F1D7228E}"/>
              </a:ext>
            </a:extLst>
          </p:cNvPr>
          <p:cNvSpPr>
            <a:spLocks noGrp="1"/>
          </p:cNvSpPr>
          <p:nvPr>
            <p:ph sz="half" idx="1" hasCustomPrompt="1"/>
          </p:nvPr>
        </p:nvSpPr>
        <p:spPr>
          <a:xfrm>
            <a:off x="509588" y="1256728"/>
            <a:ext cx="5341904"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13" name="Content Placeholder 2">
            <a:extLst>
              <a:ext uri="{FF2B5EF4-FFF2-40B4-BE49-F238E27FC236}">
                <a16:creationId xmlns:a16="http://schemas.microsoft.com/office/drawing/2014/main" id="{0945D252-4D4C-45B6-9E3F-19C1C5A35E14}"/>
              </a:ext>
            </a:extLst>
          </p:cNvPr>
          <p:cNvSpPr>
            <a:spLocks noGrp="1"/>
          </p:cNvSpPr>
          <p:nvPr>
            <p:ph sz="half" idx="18" hasCustomPrompt="1"/>
          </p:nvPr>
        </p:nvSpPr>
        <p:spPr>
          <a:xfrm>
            <a:off x="6342385" y="1256728"/>
            <a:ext cx="5340028"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88719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3" name="Text Placeholder 14">
            <a:extLst>
              <a:ext uri="{FF2B5EF4-FFF2-40B4-BE49-F238E27FC236}">
                <a16:creationId xmlns:a16="http://schemas.microsoft.com/office/drawing/2014/main" id="{16371E81-1828-48E7-8EDB-46690008D77D}"/>
              </a:ext>
            </a:extLst>
          </p:cNvPr>
          <p:cNvSpPr>
            <a:spLocks noGrp="1"/>
          </p:cNvSpPr>
          <p:nvPr>
            <p:ph type="body" sz="quarter" idx="20" hasCustomPrompt="1"/>
          </p:nvPr>
        </p:nvSpPr>
        <p:spPr>
          <a:xfrm>
            <a:off x="4677048" y="5355214"/>
            <a:ext cx="7000601" cy="869017"/>
          </a:xfrm>
        </p:spPr>
        <p:txBody>
          <a:bodyPr>
            <a:noAutofit/>
          </a:bodyPr>
          <a:lstStyle>
            <a:lvl1pPr>
              <a:defRPr sz="1000"/>
            </a:lvl1pPr>
            <a:lvl2pPr>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7" name="Chart Placeholder 24">
            <a:extLst>
              <a:ext uri="{FF2B5EF4-FFF2-40B4-BE49-F238E27FC236}">
                <a16:creationId xmlns:a16="http://schemas.microsoft.com/office/drawing/2014/main" id="{F7073B30-0D03-4843-A194-4B39010E4CCE}"/>
              </a:ext>
            </a:extLst>
          </p:cNvPr>
          <p:cNvSpPr>
            <a:spLocks noGrp="1"/>
          </p:cNvSpPr>
          <p:nvPr>
            <p:ph type="chart" sz="quarter" idx="13"/>
          </p:nvPr>
        </p:nvSpPr>
        <p:spPr>
          <a:xfrm>
            <a:off x="4677047" y="1285875"/>
            <a:ext cx="7005365" cy="4005263"/>
          </a:xfrm>
        </p:spPr>
        <p:txBody>
          <a:bodyPr/>
          <a:lstStyle/>
          <a:p>
            <a:endParaRPr lang="en-GB" dirty="0"/>
          </a:p>
        </p:txBody>
      </p:sp>
      <p:sp>
        <p:nvSpPr>
          <p:cNvPr id="8" name="Content Placeholder">
            <a:extLst>
              <a:ext uri="{FF2B5EF4-FFF2-40B4-BE49-F238E27FC236}">
                <a16:creationId xmlns:a16="http://schemas.microsoft.com/office/drawing/2014/main" id="{4C50038D-204B-41E5-BBC3-1CE85BF84596}"/>
              </a:ext>
            </a:extLst>
          </p:cNvPr>
          <p:cNvSpPr>
            <a:spLocks noGrp="1"/>
          </p:cNvSpPr>
          <p:nvPr>
            <p:ph idx="1" hasCustomPrompt="1"/>
          </p:nvPr>
        </p:nvSpPr>
        <p:spPr>
          <a:xfrm>
            <a:off x="510364" y="1285875"/>
            <a:ext cx="3264711" cy="4658517"/>
          </a:xfrm>
        </p:spPr>
        <p:txBody>
          <a:bodyPr>
            <a:noAutofit/>
          </a:bodyPr>
          <a:lstStyle>
            <a:lvl1pPr>
              <a:defRPr sz="1600" b="1">
                <a:solidFill>
                  <a:schemeClr val="accent2"/>
                </a:solidFill>
              </a:defRPr>
            </a:lvl1pPr>
            <a:lvl2pPr>
              <a:defRPr sz="1600"/>
            </a:lvl2pPr>
            <a:lvl3pPr marL="0" indent="0">
              <a:buNone/>
              <a:defRPr sz="1200" b="1"/>
            </a:lvl3pPr>
            <a:lvl4pPr marL="180975" indent="-180975">
              <a:defRPr sz="1200"/>
            </a:lvl4pPr>
            <a:lvl5pPr marL="355600" indent="-180975">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2236779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7" name="Chart Placeholder 24">
            <a:extLst>
              <a:ext uri="{FF2B5EF4-FFF2-40B4-BE49-F238E27FC236}">
                <a16:creationId xmlns:a16="http://schemas.microsoft.com/office/drawing/2014/main" id="{09FDFFC4-9886-4D83-B10C-1B02498347DE}"/>
              </a:ext>
            </a:extLst>
          </p:cNvPr>
          <p:cNvSpPr>
            <a:spLocks noGrp="1"/>
          </p:cNvSpPr>
          <p:nvPr>
            <p:ph type="chart" sz="quarter" idx="13"/>
          </p:nvPr>
        </p:nvSpPr>
        <p:spPr>
          <a:xfrm>
            <a:off x="4241800" y="1285875"/>
            <a:ext cx="3606524" cy="2143125"/>
          </a:xfrm>
        </p:spPr>
        <p:txBody>
          <a:bodyPr/>
          <a:lstStyle/>
          <a:p>
            <a:endParaRPr lang="en-GB" dirty="0"/>
          </a:p>
        </p:txBody>
      </p:sp>
      <p:sp>
        <p:nvSpPr>
          <p:cNvPr id="18" name="Content Placeholder">
            <a:extLst>
              <a:ext uri="{FF2B5EF4-FFF2-40B4-BE49-F238E27FC236}">
                <a16:creationId xmlns:a16="http://schemas.microsoft.com/office/drawing/2014/main" id="{6CA8BCEB-30A5-42A1-9608-72F6AA86BDA7}"/>
              </a:ext>
            </a:extLst>
          </p:cNvPr>
          <p:cNvSpPr>
            <a:spLocks noGrp="1"/>
          </p:cNvSpPr>
          <p:nvPr>
            <p:ph idx="1" hasCustomPrompt="1"/>
          </p:nvPr>
        </p:nvSpPr>
        <p:spPr>
          <a:xfrm>
            <a:off x="510364" y="1285875"/>
            <a:ext cx="3264711" cy="4658517"/>
          </a:xfrm>
        </p:spPr>
        <p:txBody>
          <a:bodyPr>
            <a:noAutofit/>
          </a:bodyPr>
          <a:lstStyle>
            <a:lvl1pPr>
              <a:defRPr sz="1600" b="1">
                <a:solidFill>
                  <a:schemeClr val="accent2"/>
                </a:solidFill>
              </a:defRPr>
            </a:lvl1pPr>
            <a:lvl2pPr>
              <a:defRPr sz="1600"/>
            </a:lvl2pPr>
            <a:lvl3pPr marL="0" indent="0">
              <a:buNone/>
              <a:defRPr sz="1200" b="1"/>
            </a:lvl3pPr>
            <a:lvl4pPr marL="180975" indent="-180975">
              <a:defRPr sz="1200"/>
            </a:lvl4pPr>
            <a:lvl5pPr marL="355600" indent="-180975">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Chart Placeholder 24">
            <a:extLst>
              <a:ext uri="{FF2B5EF4-FFF2-40B4-BE49-F238E27FC236}">
                <a16:creationId xmlns:a16="http://schemas.microsoft.com/office/drawing/2014/main" id="{C05632CA-334A-41F1-A35F-052C5DD10B7E}"/>
              </a:ext>
            </a:extLst>
          </p:cNvPr>
          <p:cNvSpPr>
            <a:spLocks noGrp="1"/>
          </p:cNvSpPr>
          <p:nvPr>
            <p:ph type="chart" sz="quarter" idx="20"/>
          </p:nvPr>
        </p:nvSpPr>
        <p:spPr>
          <a:xfrm>
            <a:off x="8075113" y="1285875"/>
            <a:ext cx="3606524" cy="2143125"/>
          </a:xfrm>
        </p:spPr>
        <p:txBody>
          <a:bodyPr/>
          <a:lstStyle/>
          <a:p>
            <a:endParaRPr lang="en-GB" dirty="0"/>
          </a:p>
        </p:txBody>
      </p:sp>
      <p:sp>
        <p:nvSpPr>
          <p:cNvPr id="12" name="Chart Placeholder 24">
            <a:extLst>
              <a:ext uri="{FF2B5EF4-FFF2-40B4-BE49-F238E27FC236}">
                <a16:creationId xmlns:a16="http://schemas.microsoft.com/office/drawing/2014/main" id="{D10FFDBA-779A-453B-810C-87AE8AE949C4}"/>
              </a:ext>
            </a:extLst>
          </p:cNvPr>
          <p:cNvSpPr>
            <a:spLocks noGrp="1"/>
          </p:cNvSpPr>
          <p:nvPr>
            <p:ph type="chart" sz="quarter" idx="21"/>
          </p:nvPr>
        </p:nvSpPr>
        <p:spPr>
          <a:xfrm>
            <a:off x="4241800" y="3775075"/>
            <a:ext cx="3606524" cy="2143125"/>
          </a:xfrm>
        </p:spPr>
        <p:txBody>
          <a:bodyPr/>
          <a:lstStyle/>
          <a:p>
            <a:endParaRPr lang="en-GB" dirty="0"/>
          </a:p>
        </p:txBody>
      </p:sp>
      <p:sp>
        <p:nvSpPr>
          <p:cNvPr id="14" name="Chart Placeholder 24">
            <a:extLst>
              <a:ext uri="{FF2B5EF4-FFF2-40B4-BE49-F238E27FC236}">
                <a16:creationId xmlns:a16="http://schemas.microsoft.com/office/drawing/2014/main" id="{95EA78CA-E696-41A0-AA8B-312C7B818530}"/>
              </a:ext>
            </a:extLst>
          </p:cNvPr>
          <p:cNvSpPr>
            <a:spLocks noGrp="1"/>
          </p:cNvSpPr>
          <p:nvPr>
            <p:ph type="chart" sz="quarter" idx="22"/>
          </p:nvPr>
        </p:nvSpPr>
        <p:spPr>
          <a:xfrm>
            <a:off x="8075113" y="3775075"/>
            <a:ext cx="3606524" cy="2143125"/>
          </a:xfrm>
        </p:spPr>
        <p:txBody>
          <a:bodyPr/>
          <a:lstStyle/>
          <a:p>
            <a:endParaRPr lang="en-GB" dirty="0"/>
          </a:p>
        </p:txBody>
      </p:sp>
      <p:sp>
        <p:nvSpPr>
          <p:cNvPr id="15" name="Text Placeholder 14">
            <a:extLst>
              <a:ext uri="{FF2B5EF4-FFF2-40B4-BE49-F238E27FC236}">
                <a16:creationId xmlns:a16="http://schemas.microsoft.com/office/drawing/2014/main" id="{45ABE435-97C1-43C7-90E8-C38A9F31061F}"/>
              </a:ext>
            </a:extLst>
          </p:cNvPr>
          <p:cNvSpPr>
            <a:spLocks noGrp="1"/>
          </p:cNvSpPr>
          <p:nvPr>
            <p:ph type="body" sz="quarter" idx="19" hasCustomPrompt="1"/>
          </p:nvPr>
        </p:nvSpPr>
        <p:spPr>
          <a:xfrm>
            <a:off x="4241800" y="6004863"/>
            <a:ext cx="7435849" cy="352945"/>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363585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Tables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EE96-78AF-4B2A-820F-7C0A6E30A72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A0EA9BC6-4514-4F78-913F-AFD906E86A6F}"/>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44190D0-6B32-4008-87DB-1C66EBE237DF}"/>
              </a:ext>
            </a:extLst>
          </p:cNvPr>
          <p:cNvSpPr>
            <a:spLocks noGrp="1"/>
          </p:cNvSpPr>
          <p:nvPr>
            <p:ph type="sldNum" sz="quarter" idx="12"/>
          </p:nvPr>
        </p:nvSpPr>
        <p:spPr/>
        <p:txBody>
          <a:bodyPr/>
          <a:lstStyle/>
          <a:p>
            <a:fld id="{C01D6077-7623-46CE-922B-5B1B61F10384}" type="slidenum">
              <a:rPr lang="en-GB" smtClean="0"/>
              <a:pPr/>
              <a:t>‹#›</a:t>
            </a:fld>
            <a:endParaRPr lang="en-GB"/>
          </a:p>
        </p:txBody>
      </p:sp>
      <p:sp>
        <p:nvSpPr>
          <p:cNvPr id="8" name="Text Placeholder 7">
            <a:extLst>
              <a:ext uri="{FF2B5EF4-FFF2-40B4-BE49-F238E27FC236}">
                <a16:creationId xmlns:a16="http://schemas.microsoft.com/office/drawing/2014/main" id="{4C7F8148-0668-4FC8-8D42-56E5B3D1D6D8}"/>
              </a:ext>
            </a:extLst>
          </p:cNvPr>
          <p:cNvSpPr>
            <a:spLocks noGrp="1"/>
          </p:cNvSpPr>
          <p:nvPr>
            <p:ph type="body" sz="quarter" idx="13" hasCustomPrompt="1"/>
          </p:nvPr>
        </p:nvSpPr>
        <p:spPr>
          <a:xfrm>
            <a:off x="509588" y="1285875"/>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able Placeholder 9">
            <a:extLst>
              <a:ext uri="{FF2B5EF4-FFF2-40B4-BE49-F238E27FC236}">
                <a16:creationId xmlns:a16="http://schemas.microsoft.com/office/drawing/2014/main" id="{5FEE28FF-1060-4AC8-86E2-F9A1127989A9}"/>
              </a:ext>
            </a:extLst>
          </p:cNvPr>
          <p:cNvSpPr>
            <a:spLocks noGrp="1"/>
          </p:cNvSpPr>
          <p:nvPr>
            <p:ph type="tbl" sz="quarter" idx="14"/>
          </p:nvPr>
        </p:nvSpPr>
        <p:spPr>
          <a:xfrm>
            <a:off x="4457700" y="1285875"/>
            <a:ext cx="7200000" cy="2019300"/>
          </a:xfrm>
        </p:spPr>
        <p:txBody>
          <a:bodyPr/>
          <a:lstStyle/>
          <a:p>
            <a:endParaRPr lang="en-GB" dirty="0"/>
          </a:p>
        </p:txBody>
      </p:sp>
      <p:sp>
        <p:nvSpPr>
          <p:cNvPr id="11" name="Text Placeholder 7">
            <a:extLst>
              <a:ext uri="{FF2B5EF4-FFF2-40B4-BE49-F238E27FC236}">
                <a16:creationId xmlns:a16="http://schemas.microsoft.com/office/drawing/2014/main" id="{93AFE298-C10B-4E34-B969-E90415817F1F}"/>
              </a:ext>
            </a:extLst>
          </p:cNvPr>
          <p:cNvSpPr>
            <a:spLocks noGrp="1"/>
          </p:cNvSpPr>
          <p:nvPr>
            <p:ph type="body" sz="quarter" idx="15" hasCustomPrompt="1"/>
          </p:nvPr>
        </p:nvSpPr>
        <p:spPr>
          <a:xfrm>
            <a:off x="509588" y="3771900"/>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able Placeholder 9">
            <a:extLst>
              <a:ext uri="{FF2B5EF4-FFF2-40B4-BE49-F238E27FC236}">
                <a16:creationId xmlns:a16="http://schemas.microsoft.com/office/drawing/2014/main" id="{79CEF084-05DF-4BAB-8BD1-FAF6D06BF39A}"/>
              </a:ext>
            </a:extLst>
          </p:cNvPr>
          <p:cNvSpPr>
            <a:spLocks noGrp="1"/>
          </p:cNvSpPr>
          <p:nvPr>
            <p:ph type="tbl" sz="quarter" idx="16"/>
          </p:nvPr>
        </p:nvSpPr>
        <p:spPr>
          <a:xfrm>
            <a:off x="4457700" y="3771900"/>
            <a:ext cx="7200000" cy="2019300"/>
          </a:xfrm>
        </p:spPr>
        <p:txBody>
          <a:bodyPr/>
          <a:lstStyle/>
          <a:p>
            <a:endParaRPr lang="en-GB" dirty="0"/>
          </a:p>
        </p:txBody>
      </p:sp>
    </p:spTree>
    <p:extLst>
      <p:ext uri="{BB962C8B-B14F-4D97-AF65-F5344CB8AC3E}">
        <p14:creationId xmlns:p14="http://schemas.microsoft.com/office/powerpoint/2010/main" val="28681962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9EE10E6F-82BF-4AF7-A063-CF398B16C037}"/>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9" name="Slide Number Placeholder 8">
            <a:extLst>
              <a:ext uri="{FF2B5EF4-FFF2-40B4-BE49-F238E27FC236}">
                <a16:creationId xmlns:a16="http://schemas.microsoft.com/office/drawing/2014/main" id="{F7300302-1266-4129-B498-914305B56BC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Title 9">
            <a:extLst>
              <a:ext uri="{FF2B5EF4-FFF2-40B4-BE49-F238E27FC236}">
                <a16:creationId xmlns:a16="http://schemas.microsoft.com/office/drawing/2014/main" id="{1739DD1C-AF6C-48A8-A5AB-DF72E56D1773}"/>
              </a:ext>
            </a:extLst>
          </p:cNvPr>
          <p:cNvSpPr>
            <a:spLocks noGrp="1"/>
          </p:cNvSpPr>
          <p:nvPr>
            <p:ph type="title" hasCustomPrompt="1"/>
          </p:nvPr>
        </p:nvSpPr>
        <p:spPr/>
        <p:txBody>
          <a:bodyPr/>
          <a:lstStyle/>
          <a:p>
            <a:r>
              <a:rPr lang="en-US" dirty="0"/>
              <a:t>Click to edit master title style</a:t>
            </a:r>
            <a:endParaRPr lang="en-GB" dirty="0"/>
          </a:p>
        </p:txBody>
      </p:sp>
      <p:sp>
        <p:nvSpPr>
          <p:cNvPr id="11" name="Text Placeholder 2">
            <a:extLst>
              <a:ext uri="{FF2B5EF4-FFF2-40B4-BE49-F238E27FC236}">
                <a16:creationId xmlns:a16="http://schemas.microsoft.com/office/drawing/2014/main" id="{D6EF099D-9AEB-410F-B549-0FF195C09DE8}"/>
              </a:ext>
            </a:extLst>
          </p:cNvPr>
          <p:cNvSpPr>
            <a:spLocks noGrp="1"/>
          </p:cNvSpPr>
          <p:nvPr>
            <p:ph type="body" idx="1" hasCustomPrompt="1"/>
          </p:nvPr>
        </p:nvSpPr>
        <p:spPr>
          <a:xfrm>
            <a:off x="510363" y="1391602"/>
            <a:ext cx="5157787"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3">
            <a:extLst>
              <a:ext uri="{FF2B5EF4-FFF2-40B4-BE49-F238E27FC236}">
                <a16:creationId xmlns:a16="http://schemas.microsoft.com/office/drawing/2014/main" id="{F5DA4E17-3449-475F-A23F-5456710B3BF7}"/>
              </a:ext>
            </a:extLst>
          </p:cNvPr>
          <p:cNvSpPr>
            <a:spLocks noGrp="1"/>
          </p:cNvSpPr>
          <p:nvPr>
            <p:ph sz="half" idx="2" hasCustomPrompt="1"/>
          </p:nvPr>
        </p:nvSpPr>
        <p:spPr>
          <a:xfrm>
            <a:off x="509588" y="1945955"/>
            <a:ext cx="5157787"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Text Placeholder 4">
            <a:extLst>
              <a:ext uri="{FF2B5EF4-FFF2-40B4-BE49-F238E27FC236}">
                <a16:creationId xmlns:a16="http://schemas.microsoft.com/office/drawing/2014/main" id="{D68707C7-8F12-4AFD-8410-5360DE0BACAC}"/>
              </a:ext>
            </a:extLst>
          </p:cNvPr>
          <p:cNvSpPr>
            <a:spLocks noGrp="1"/>
          </p:cNvSpPr>
          <p:nvPr>
            <p:ph type="body" sz="quarter" idx="3" hasCustomPrompt="1"/>
          </p:nvPr>
        </p:nvSpPr>
        <p:spPr>
          <a:xfrm>
            <a:off x="6346843" y="1391602"/>
            <a:ext cx="5183188"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5">
            <a:extLst>
              <a:ext uri="{FF2B5EF4-FFF2-40B4-BE49-F238E27FC236}">
                <a16:creationId xmlns:a16="http://schemas.microsoft.com/office/drawing/2014/main" id="{243491E7-A385-4489-A4E6-579592BAAC06}"/>
              </a:ext>
            </a:extLst>
          </p:cNvPr>
          <p:cNvSpPr>
            <a:spLocks noGrp="1"/>
          </p:cNvSpPr>
          <p:nvPr>
            <p:ph sz="quarter" idx="4" hasCustomPrompt="1"/>
          </p:nvPr>
        </p:nvSpPr>
        <p:spPr>
          <a:xfrm>
            <a:off x="6346068" y="1945955"/>
            <a:ext cx="5183188"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141418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3510085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Color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lvl1pPr>
              <a:defRPr>
                <a:solidFill>
                  <a:schemeClr val="accent2"/>
                </a:solidFill>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28799255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8" y="3936999"/>
            <a:ext cx="2436812" cy="1985963"/>
          </a:xfrm>
        </p:spPr>
        <p:txBody>
          <a:bodyPr>
            <a:noAutofit/>
          </a:bodyPr>
          <a:lstStyle>
            <a:lvl1pPr>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3557588" y="3936999"/>
            <a:ext cx="2436812" cy="1985963"/>
          </a:xfrm>
        </p:spPr>
        <p:txBody>
          <a:bodyPr>
            <a:noAutofit/>
          </a:bodyPr>
          <a:lstStyle>
            <a:lvl1pPr>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67656406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ac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7" y="2806701"/>
            <a:ext cx="2903537" cy="1244599"/>
          </a:xfrm>
        </p:spPr>
        <p:txBody>
          <a:bodyPr>
            <a:noAutofit/>
          </a:bodyPr>
          <a:lstStyle>
            <a:lvl1pPr>
              <a:spcBef>
                <a:spcPts val="1000"/>
              </a:spcBef>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509588" y="4470400"/>
            <a:ext cx="2903538" cy="1452562"/>
          </a:xfrm>
        </p:spPr>
        <p:txBody>
          <a:bodyPr>
            <a:noAutofit/>
          </a:bodyPr>
          <a:lstStyle>
            <a:lvl1pPr>
              <a:spcBef>
                <a:spcPts val="1000"/>
              </a:spcBef>
              <a:defRPr sz="1600" b="1">
                <a:solidFill>
                  <a:schemeClr val="accent2"/>
                </a:solidFill>
              </a:defRPr>
            </a:lvl1pPr>
            <a:lvl2pPr>
              <a:spcBef>
                <a:spcPts val="1000"/>
              </a:spcBef>
              <a:defRPr sz="1600"/>
            </a:lvl2pPr>
            <a:lvl3pPr>
              <a:defRPr sz="1600"/>
            </a:lvl3pPr>
            <a:lvl4pPr>
              <a:defRPr sz="1600"/>
            </a:lvl4pPr>
            <a:lvl5pPr>
              <a:defRPr sz="1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83652520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1C669-50F6-42C3-A8AB-3B66FA7B5BC9}"/>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4" name="Slide Number Placeholder 3">
            <a:extLst>
              <a:ext uri="{FF2B5EF4-FFF2-40B4-BE49-F238E27FC236}">
                <a16:creationId xmlns:a16="http://schemas.microsoft.com/office/drawing/2014/main" id="{1E9F3DDC-3D5C-4ED1-8D35-02FC618801B0}"/>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82211112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p:nvPr>
        </p:nvSpPr>
        <p:spPr>
          <a:xfrm>
            <a:off x="510364" y="1590677"/>
            <a:ext cx="6402742" cy="2191664"/>
          </a:xfrm>
        </p:spPr>
        <p:txBody>
          <a:bodyPr anchor="b">
            <a:normAutofit/>
          </a:bodyPr>
          <a:lstStyle>
            <a:lvl1pPr algn="l">
              <a:defRPr sz="8000"/>
            </a:lvl1pPr>
          </a:lstStyle>
          <a:p>
            <a:r>
              <a:rPr lang="en-US" dirty="0"/>
              <a:t>Click to edit </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a:xfrm>
            <a:off x="510361"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2" name="Picture 31">
            <a:extLst>
              <a:ext uri="{FF2B5EF4-FFF2-40B4-BE49-F238E27FC236}">
                <a16:creationId xmlns:a16="http://schemas.microsoft.com/office/drawing/2014/main" id="{AAFEEA92-8620-E64B-A92E-2418CE81E28C}"/>
              </a:ext>
            </a:extLst>
          </p:cNvPr>
          <p:cNvPicPr>
            <a:picLocks noChangeAspect="1"/>
          </p:cNvPicPr>
          <p:nvPr userDrawn="1"/>
        </p:nvPicPr>
        <p:blipFill>
          <a:blip r:embed="rId2"/>
          <a:stretch>
            <a:fillRect/>
          </a:stretch>
        </p:blipFill>
        <p:spPr>
          <a:xfrm>
            <a:off x="390426" y="330298"/>
            <a:ext cx="1084086" cy="234714"/>
          </a:xfrm>
          <a:prstGeom prst="rect">
            <a:avLst/>
          </a:prstGeom>
        </p:spPr>
      </p:pic>
    </p:spTree>
    <p:extLst>
      <p:ext uri="{BB962C8B-B14F-4D97-AF65-F5344CB8AC3E}">
        <p14:creationId xmlns:p14="http://schemas.microsoft.com/office/powerpoint/2010/main" val="99317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ogo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DAD0E2D-F923-40BA-8C22-76240E743834}"/>
              </a:ext>
            </a:extLst>
          </p:cNvPr>
          <p:cNvSpPr>
            <a:spLocks noGrp="1"/>
          </p:cNvSpPr>
          <p:nvPr>
            <p:ph type="dt" sz="half" idx="10"/>
          </p:nvPr>
        </p:nvSpPr>
        <p:spPr>
          <a:xfrm>
            <a:off x="510363" y="6483946"/>
            <a:ext cx="4114800" cy="144000"/>
          </a:xfrm>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83AD482-2BAB-488F-81F0-C629724222F4}"/>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20" name="Picture 19">
            <a:extLst>
              <a:ext uri="{FF2B5EF4-FFF2-40B4-BE49-F238E27FC236}">
                <a16:creationId xmlns:a16="http://schemas.microsoft.com/office/drawing/2014/main" id="{8C679519-1E16-BE41-B861-3E2A9A9DCDD3}"/>
              </a:ext>
            </a:extLst>
          </p:cNvPr>
          <p:cNvPicPr>
            <a:picLocks noChangeAspect="1"/>
          </p:cNvPicPr>
          <p:nvPr userDrawn="1"/>
        </p:nvPicPr>
        <p:blipFill>
          <a:blip r:embed="rId2"/>
          <a:stretch>
            <a:fillRect/>
          </a:stretch>
        </p:blipFill>
        <p:spPr>
          <a:xfrm>
            <a:off x="4865968" y="3162687"/>
            <a:ext cx="2460064" cy="532625"/>
          </a:xfrm>
          <a:prstGeom prst="rect">
            <a:avLst/>
          </a:prstGeom>
        </p:spPr>
      </p:pic>
    </p:spTree>
    <p:extLst>
      <p:ext uri="{BB962C8B-B14F-4D97-AF65-F5344CB8AC3E}">
        <p14:creationId xmlns:p14="http://schemas.microsoft.com/office/powerpoint/2010/main" val="14660193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4" name="Picture 3">
            <a:extLst>
              <a:ext uri="{FF2B5EF4-FFF2-40B4-BE49-F238E27FC236}">
                <a16:creationId xmlns:a16="http://schemas.microsoft.com/office/drawing/2014/main" id="{8F023C68-A778-EC87-3ABE-0D270C8DDF44}"/>
              </a:ext>
            </a:extLst>
          </p:cNvPr>
          <p:cNvPicPr>
            <a:picLocks noChangeAspect="1"/>
          </p:cNvPicPr>
          <p:nvPr userDrawn="1"/>
        </p:nvPicPr>
        <p:blipFill>
          <a:blip r:embed="rId2"/>
          <a:stretch>
            <a:fillRect/>
          </a:stretch>
        </p:blipFill>
        <p:spPr>
          <a:xfrm>
            <a:off x="510363" y="6427756"/>
            <a:ext cx="804087" cy="174092"/>
          </a:xfrm>
          <a:prstGeom prst="rect">
            <a:avLst/>
          </a:prstGeom>
        </p:spPr>
      </p:pic>
    </p:spTree>
    <p:extLst>
      <p:ext uri="{BB962C8B-B14F-4D97-AF65-F5344CB8AC3E}">
        <p14:creationId xmlns:p14="http://schemas.microsoft.com/office/powerpoint/2010/main" val="369039427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Image 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A15FCCE-9B7B-4CF0-9A8D-16AB43C9EAE0}"/>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C3BDCE25-A371-4DB8-BF89-3477517A8074}"/>
              </a:ext>
            </a:extLst>
          </p:cNvPr>
          <p:cNvSpPr>
            <a:spLocks noGrp="1"/>
          </p:cNvSpPr>
          <p:nvPr>
            <p:ph type="ctrTitle" hasCustomPrompt="1"/>
          </p:nvPr>
        </p:nvSpPr>
        <p:spPr>
          <a:xfrm>
            <a:off x="510364" y="1565277"/>
            <a:ext cx="6402742" cy="2387600"/>
          </a:xfrm>
        </p:spPr>
        <p:txBody>
          <a:bodyPr anchor="b">
            <a:normAutofit/>
          </a:bodyPr>
          <a:lstStyle>
            <a:lvl1pPr algn="l">
              <a:defRPr sz="5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F91E8000-63DA-4BCA-8605-BA56686E868F}"/>
              </a:ext>
            </a:extLst>
          </p:cNvPr>
          <p:cNvSpPr>
            <a:spLocks noGrp="1"/>
          </p:cNvSpPr>
          <p:nvPr>
            <p:ph type="subTitle" idx="1" hasCustomPrompt="1"/>
          </p:nvPr>
        </p:nvSpPr>
        <p:spPr>
          <a:xfrm>
            <a:off x="510364" y="4122738"/>
            <a:ext cx="6402742" cy="1655762"/>
          </a:xfrm>
        </p:spPr>
        <p:txBody>
          <a:bodyPr>
            <a:normAutofit/>
          </a:bodyPr>
          <a:lstStyle>
            <a:lvl1pPr marL="0" indent="0" algn="l">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3" name="Picture 32">
            <a:extLst>
              <a:ext uri="{FF2B5EF4-FFF2-40B4-BE49-F238E27FC236}">
                <a16:creationId xmlns:a16="http://schemas.microsoft.com/office/drawing/2014/main" id="{6C66107C-6889-B945-8FEB-51DFE065C415}"/>
              </a:ext>
            </a:extLst>
          </p:cNvPr>
          <p:cNvPicPr>
            <a:picLocks noChangeAspect="1"/>
          </p:cNvPicPr>
          <p:nvPr userDrawn="1"/>
        </p:nvPicPr>
        <p:blipFill>
          <a:blip r:embed="rId2"/>
          <a:stretch>
            <a:fillRect/>
          </a:stretch>
        </p:blipFill>
        <p:spPr>
          <a:xfrm>
            <a:off x="390426" y="333714"/>
            <a:ext cx="1089124" cy="235805"/>
          </a:xfrm>
          <a:prstGeom prst="rect">
            <a:avLst/>
          </a:prstGeom>
        </p:spPr>
      </p:pic>
    </p:spTree>
    <p:extLst>
      <p:ext uri="{BB962C8B-B14F-4D97-AF65-F5344CB8AC3E}">
        <p14:creationId xmlns:p14="http://schemas.microsoft.com/office/powerpoint/2010/main" val="5654227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Inde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10249076" cy="4349356"/>
          </a:xfrm>
        </p:spPr>
        <p:txBody>
          <a:bodyPr/>
          <a:lstStyle>
            <a:lvl1pPr>
              <a:spcBef>
                <a:spcPts val="700"/>
              </a:spcBef>
              <a:tabLst>
                <a:tab pos="9934575" algn="r"/>
              </a:tabLst>
              <a:defRPr sz="2000" b="0"/>
            </a:lvl1pPr>
            <a:lvl2pPr>
              <a:spcBef>
                <a:spcPts val="700"/>
              </a:spcBef>
              <a:tabLst>
                <a:tab pos="9934575" algn="r"/>
              </a:tabLst>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24736783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829986"/>
            <a:ext cx="6998511" cy="4349356"/>
          </a:xfrm>
        </p:spPr>
        <p:txBody>
          <a:bodyPr/>
          <a:lstStyle>
            <a:lvl1pPr marL="457200" indent="-457200">
              <a:spcBef>
                <a:spcPts val="700"/>
              </a:spcBef>
              <a:buFont typeface="+mj-lt"/>
              <a:buAutoNum type="arabicPeriod"/>
              <a:tabLst>
                <a:tab pos="9934575" algn="r"/>
              </a:tabLst>
              <a:defRPr sz="2000" b="0">
                <a:solidFill>
                  <a:schemeClr val="tx1"/>
                </a:solidFill>
              </a:defRPr>
            </a:lvl1pPr>
            <a:lvl2pPr marL="0" indent="0">
              <a:spcBef>
                <a:spcPts val="700"/>
              </a:spcBef>
              <a:buFont typeface="+mj-lt"/>
              <a:buNone/>
              <a:tabLst>
                <a:tab pos="9934575" algn="r"/>
              </a:tabLst>
              <a:defRPr sz="2000" b="0">
                <a:solidFill>
                  <a:schemeClr val="tx1"/>
                </a:solidFill>
              </a:defRPr>
            </a:lvl2pPr>
            <a:lvl3pPr marL="0" indent="0">
              <a:spcBef>
                <a:spcPts val="700"/>
              </a:spcBef>
              <a:buFont typeface="+mj-lt"/>
              <a:buNone/>
              <a:defRPr sz="2000" b="0">
                <a:solidFill>
                  <a:schemeClr val="tx1"/>
                </a:solidFill>
              </a:defRPr>
            </a:lvl3pPr>
            <a:lvl4pPr marL="0" indent="0">
              <a:spcBef>
                <a:spcPts val="700"/>
              </a:spcBef>
              <a:buFont typeface="+mj-lt"/>
              <a:buNone/>
              <a:defRPr sz="2000" b="0">
                <a:solidFill>
                  <a:schemeClr val="tx1"/>
                </a:solidFill>
              </a:defRPr>
            </a:lvl4pPr>
            <a:lvl5pPr marL="720725" indent="-273050">
              <a:defRPr sz="1800"/>
            </a:lvl5pPr>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33210423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9" name="Content Placeholder 8">
            <a:extLst>
              <a:ext uri="{FF2B5EF4-FFF2-40B4-BE49-F238E27FC236}">
                <a16:creationId xmlns:a16="http://schemas.microsoft.com/office/drawing/2014/main" id="{2A9507B6-9B3C-423F-BDE4-29FE21D9261A}"/>
              </a:ext>
            </a:extLst>
          </p:cNvPr>
          <p:cNvSpPr>
            <a:spLocks noGrp="1"/>
          </p:cNvSpPr>
          <p:nvPr>
            <p:ph sz="quarter" idx="13" hasCustomPrompt="1"/>
          </p:nvPr>
        </p:nvSpPr>
        <p:spPr>
          <a:xfrm>
            <a:off x="501650" y="1824038"/>
            <a:ext cx="10450513" cy="40989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9427125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13811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17599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47339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51127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8074025" y="3943350"/>
            <a:ext cx="2520950" cy="1428750"/>
          </a:xfrm>
        </p:spPr>
        <p:txBody>
          <a:bodyPr>
            <a:noAutofit/>
          </a:bodyPr>
          <a:lstStyle>
            <a:lvl1pPr algn="ctr">
              <a:spcBef>
                <a:spcPts val="600"/>
              </a:spcBef>
              <a:defRPr sz="2000"/>
            </a:lvl1pPr>
            <a:lvl2pPr algn="ctr">
              <a:spcBef>
                <a:spcPts val="600"/>
              </a:spcBef>
              <a:defRPr sz="20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84528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4045964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5x icons">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73BF01DA-1A01-4EFB-BAC8-A498293B17F4}"/>
              </a:ext>
            </a:extLst>
          </p:cNvPr>
          <p:cNvSpPr>
            <a:spLocks noGrp="1"/>
          </p:cNvSpPr>
          <p:nvPr>
            <p:ph type="body" sz="quarter" idx="13" hasCustomPrompt="1"/>
          </p:nvPr>
        </p:nvSpPr>
        <p:spPr>
          <a:xfrm>
            <a:off x="651279"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6" name="Picture Placeholder 15">
            <a:extLst>
              <a:ext uri="{FF2B5EF4-FFF2-40B4-BE49-F238E27FC236}">
                <a16:creationId xmlns:a16="http://schemas.microsoft.com/office/drawing/2014/main" id="{04A7B35A-14A5-4FAB-B22B-D36A81656A45}"/>
              </a:ext>
            </a:extLst>
          </p:cNvPr>
          <p:cNvSpPr>
            <a:spLocks noGrp="1"/>
          </p:cNvSpPr>
          <p:nvPr>
            <p:ph type="pic" sz="quarter" idx="14" hasCustomPrompt="1"/>
          </p:nvPr>
        </p:nvSpPr>
        <p:spPr>
          <a:xfrm>
            <a:off x="798291"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7" name="Text Placeholder 13">
            <a:extLst>
              <a:ext uri="{FF2B5EF4-FFF2-40B4-BE49-F238E27FC236}">
                <a16:creationId xmlns:a16="http://schemas.microsoft.com/office/drawing/2014/main" id="{B807DE5D-696B-481D-8514-AE42CFD0D055}"/>
              </a:ext>
            </a:extLst>
          </p:cNvPr>
          <p:cNvSpPr>
            <a:spLocks noGrp="1"/>
          </p:cNvSpPr>
          <p:nvPr>
            <p:ph type="body" sz="quarter" idx="15" hasCustomPrompt="1"/>
          </p:nvPr>
        </p:nvSpPr>
        <p:spPr>
          <a:xfrm>
            <a:off x="286933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18" name="Picture Placeholder 15">
            <a:extLst>
              <a:ext uri="{FF2B5EF4-FFF2-40B4-BE49-F238E27FC236}">
                <a16:creationId xmlns:a16="http://schemas.microsoft.com/office/drawing/2014/main" id="{F2F23A5A-2C6C-448C-BE3B-FAF76CC1B470}"/>
              </a:ext>
            </a:extLst>
          </p:cNvPr>
          <p:cNvSpPr>
            <a:spLocks noGrp="1"/>
          </p:cNvSpPr>
          <p:nvPr>
            <p:ph type="pic" sz="quarter" idx="16" hasCustomPrompt="1"/>
          </p:nvPr>
        </p:nvSpPr>
        <p:spPr>
          <a:xfrm>
            <a:off x="301634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19" name="Text Placeholder 13">
            <a:extLst>
              <a:ext uri="{FF2B5EF4-FFF2-40B4-BE49-F238E27FC236}">
                <a16:creationId xmlns:a16="http://schemas.microsoft.com/office/drawing/2014/main" id="{906A70A7-6811-4FC7-B8C3-CEEACD9FE34E}"/>
              </a:ext>
            </a:extLst>
          </p:cNvPr>
          <p:cNvSpPr>
            <a:spLocks noGrp="1"/>
          </p:cNvSpPr>
          <p:nvPr>
            <p:ph type="body" sz="quarter" idx="17" hasCustomPrompt="1"/>
          </p:nvPr>
        </p:nvSpPr>
        <p:spPr>
          <a:xfrm>
            <a:off x="50673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20" name="Picture Placeholder 15">
            <a:extLst>
              <a:ext uri="{FF2B5EF4-FFF2-40B4-BE49-F238E27FC236}">
                <a16:creationId xmlns:a16="http://schemas.microsoft.com/office/drawing/2014/main" id="{D0BB288F-EDDE-4943-AF9F-9D09CC09DD43}"/>
              </a:ext>
            </a:extLst>
          </p:cNvPr>
          <p:cNvSpPr>
            <a:spLocks noGrp="1"/>
          </p:cNvSpPr>
          <p:nvPr>
            <p:ph type="pic" sz="quarter" idx="18" hasCustomPrompt="1"/>
          </p:nvPr>
        </p:nvSpPr>
        <p:spPr>
          <a:xfrm>
            <a:off x="52143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3" name="Text Placeholder 13">
            <a:extLst>
              <a:ext uri="{FF2B5EF4-FFF2-40B4-BE49-F238E27FC236}">
                <a16:creationId xmlns:a16="http://schemas.microsoft.com/office/drawing/2014/main" id="{55DDEDCD-C0A0-4BE6-ACFB-943A6D3B2EED}"/>
              </a:ext>
            </a:extLst>
          </p:cNvPr>
          <p:cNvSpPr>
            <a:spLocks noGrp="1"/>
          </p:cNvSpPr>
          <p:nvPr>
            <p:ph type="body" sz="quarter" idx="19" hasCustomPrompt="1"/>
          </p:nvPr>
        </p:nvSpPr>
        <p:spPr>
          <a:xfrm>
            <a:off x="73025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4" name="Picture Placeholder 15">
            <a:extLst>
              <a:ext uri="{FF2B5EF4-FFF2-40B4-BE49-F238E27FC236}">
                <a16:creationId xmlns:a16="http://schemas.microsoft.com/office/drawing/2014/main" id="{1244BAF9-E683-4F9C-A21A-DF8AD7C8223B}"/>
              </a:ext>
            </a:extLst>
          </p:cNvPr>
          <p:cNvSpPr>
            <a:spLocks noGrp="1"/>
          </p:cNvSpPr>
          <p:nvPr>
            <p:ph type="pic" sz="quarter" idx="20" hasCustomPrompt="1"/>
          </p:nvPr>
        </p:nvSpPr>
        <p:spPr>
          <a:xfrm>
            <a:off x="74495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
        <p:nvSpPr>
          <p:cNvPr id="35" name="Text Placeholder 13">
            <a:extLst>
              <a:ext uri="{FF2B5EF4-FFF2-40B4-BE49-F238E27FC236}">
                <a16:creationId xmlns:a16="http://schemas.microsoft.com/office/drawing/2014/main" id="{CB9F6F48-2792-478D-A10D-4414F9C91922}"/>
              </a:ext>
            </a:extLst>
          </p:cNvPr>
          <p:cNvSpPr>
            <a:spLocks noGrp="1"/>
          </p:cNvSpPr>
          <p:nvPr>
            <p:ph type="body" sz="quarter" idx="21" hasCustomPrompt="1"/>
          </p:nvPr>
        </p:nvSpPr>
        <p:spPr>
          <a:xfrm>
            <a:off x="9525000" y="3943350"/>
            <a:ext cx="2057400" cy="1428750"/>
          </a:xfrm>
        </p:spPr>
        <p:txBody>
          <a:bodyPr>
            <a:noAutofit/>
          </a:bodyPr>
          <a:lstStyle>
            <a:lvl1pPr algn="ctr">
              <a:spcBef>
                <a:spcPts val="600"/>
              </a:spcBef>
              <a:defRPr sz="1800"/>
            </a:lvl1pPr>
            <a:lvl2pPr algn="ctr">
              <a:spcBef>
                <a:spcPts val="600"/>
              </a:spcBef>
              <a:defRPr sz="1800"/>
            </a:lvl2pPr>
            <a:lvl3pPr algn="ctr">
              <a:defRPr/>
            </a:lvl3pPr>
            <a:lvl4pPr algn="ctr">
              <a:defRPr/>
            </a:lvl4pPr>
            <a:lvl5pPr algn="ctr">
              <a:defRPr/>
            </a:lvl5pPr>
          </a:lstStyle>
          <a:p>
            <a:pPr lvl="0"/>
            <a:r>
              <a:rPr lang="en-US" dirty="0"/>
              <a:t>Click to edit master text styles</a:t>
            </a:r>
          </a:p>
          <a:p>
            <a:pPr lvl="1"/>
            <a:r>
              <a:rPr lang="en-US" dirty="0"/>
              <a:t>Second level</a:t>
            </a:r>
          </a:p>
        </p:txBody>
      </p:sp>
      <p:sp>
        <p:nvSpPr>
          <p:cNvPr id="36" name="Picture Placeholder 15">
            <a:extLst>
              <a:ext uri="{FF2B5EF4-FFF2-40B4-BE49-F238E27FC236}">
                <a16:creationId xmlns:a16="http://schemas.microsoft.com/office/drawing/2014/main" id="{1FDF9DDD-079A-42D9-955D-834499AC44AE}"/>
              </a:ext>
            </a:extLst>
          </p:cNvPr>
          <p:cNvSpPr>
            <a:spLocks noGrp="1"/>
          </p:cNvSpPr>
          <p:nvPr>
            <p:ph type="pic" sz="quarter" idx="22" hasCustomPrompt="1"/>
          </p:nvPr>
        </p:nvSpPr>
        <p:spPr>
          <a:xfrm>
            <a:off x="9672012" y="1843802"/>
            <a:ext cx="1764000" cy="1764000"/>
          </a:xfrm>
          <a:prstGeom prst="ellipse">
            <a:avLst/>
          </a:prstGeom>
        </p:spPr>
        <p:txBody>
          <a:bodyPr anchor="ctr" anchorCtr="0"/>
          <a:lstStyle>
            <a:lvl1pPr algn="ctr">
              <a:defRPr/>
            </a:lvl1pPr>
          </a:lstStyle>
          <a:p>
            <a:r>
              <a:rPr lang="en-GB" dirty="0"/>
              <a:t>Icon</a:t>
            </a:r>
          </a:p>
          <a:p>
            <a:r>
              <a:rPr lang="en-GB" dirty="0"/>
              <a:t>Goes here</a:t>
            </a:r>
          </a:p>
        </p:txBody>
      </p:sp>
    </p:spTree>
    <p:extLst>
      <p:ext uri="{BB962C8B-B14F-4D97-AF65-F5344CB8AC3E}">
        <p14:creationId xmlns:p14="http://schemas.microsoft.com/office/powerpoint/2010/main" val="21659323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arge quot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A2D4C809-686E-4BCF-8D38-AF75C2DDE29A}"/>
              </a:ext>
            </a:extLst>
          </p:cNvPr>
          <p:cNvSpPr>
            <a:spLocks noGrp="1"/>
          </p:cNvSpPr>
          <p:nvPr>
            <p:ph type="body" sz="quarter" idx="14" hasCustomPrompt="1"/>
          </p:nvPr>
        </p:nvSpPr>
        <p:spPr>
          <a:xfrm>
            <a:off x="510363" y="1289054"/>
            <a:ext cx="6583680" cy="4810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6600" b="0" spc="0" baseline="0">
                <a:latin typeface="+mj-lt"/>
              </a:defRPr>
            </a:lvl1pPr>
            <a:lvl2pPr>
              <a:spcBef>
                <a:spcPts val="3600"/>
              </a:spcBef>
              <a:defRPr sz="1600"/>
            </a:lvl2pPr>
            <a:lvl3pPr marL="0" indent="0">
              <a:spcBef>
                <a:spcPts val="3600"/>
              </a:spcBef>
              <a:buNone/>
              <a:defRPr sz="2000">
                <a:solidFill>
                  <a:schemeClr val="accent1"/>
                </a:solidFill>
              </a:defRPr>
            </a:lvl3pPr>
            <a:lvl4pPr>
              <a:defRPr sz="1600"/>
            </a:lvl4pPr>
            <a:lvl5pPr>
              <a:defRPr sz="1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master text styles</a:t>
            </a:r>
            <a:endParaRPr lang="en-US" sz="4400" dirty="0"/>
          </a:p>
          <a:p>
            <a:pPr lvl="1"/>
            <a:r>
              <a:rPr lang="en-US" dirty="0"/>
              <a:t>Second level</a:t>
            </a:r>
          </a:p>
        </p:txBody>
      </p:sp>
      <p:sp>
        <p:nvSpPr>
          <p:cNvPr id="11" name="Rectangle 10">
            <a:extLst>
              <a:ext uri="{FF2B5EF4-FFF2-40B4-BE49-F238E27FC236}">
                <a16:creationId xmlns:a16="http://schemas.microsoft.com/office/drawing/2014/main" id="{211C7C25-6DB6-4DB5-B061-C8F9E8595512}"/>
              </a:ext>
            </a:extLst>
          </p:cNvPr>
          <p:cNvSpPr/>
          <p:nvPr userDrawn="1"/>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a:xfrm>
            <a:off x="510363" y="418290"/>
            <a:ext cx="11171274" cy="359911"/>
          </a:xfrm>
        </p:spPr>
        <p:txBody>
          <a:bodyPr>
            <a:normAutofit/>
          </a:bodyPr>
          <a:lstStyle>
            <a:lvl1pPr>
              <a:defRPr sz="1600" spc="30" baseline="0">
                <a:latin typeface="+mn-lt"/>
              </a:defRPr>
            </a:lvl1p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63055650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nar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6998512" cy="4655473"/>
          </a:xfrm>
        </p:spPr>
        <p:txBody>
          <a:bodyPr/>
          <a:lstStyle>
            <a:lvl1pPr>
              <a:defRPr b="1">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8399283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63475940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solidFill>
                  <a:schemeClr val="accent1"/>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6932321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tion Header Image 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EE8EB0B7-6DCA-4483-843F-D656FE5421AA}"/>
              </a:ext>
            </a:extLst>
          </p:cNvPr>
          <p:cNvSpPr>
            <a:spLocks noGrp="1"/>
          </p:cNvSpPr>
          <p:nvPr>
            <p:ph type="pic" sz="quarter" idx="13"/>
          </p:nvPr>
        </p:nvSpPr>
        <p:spPr>
          <a:xfrm>
            <a:off x="0" y="0"/>
            <a:ext cx="12192000" cy="6858000"/>
          </a:xfrm>
        </p:spPr>
        <p:txBody>
          <a:bodyPr/>
          <a:lstStyle/>
          <a:p>
            <a:endParaRPr lang="en-GB"/>
          </a:p>
        </p:txBody>
      </p:sp>
      <p:sp>
        <p:nvSpPr>
          <p:cNvPr id="2" name="Title 1">
            <a:extLst>
              <a:ext uri="{FF2B5EF4-FFF2-40B4-BE49-F238E27FC236}">
                <a16:creationId xmlns:a16="http://schemas.microsoft.com/office/drawing/2014/main" id="{D5206426-2CBC-4DD6-935C-9D18F62B6F29}"/>
              </a:ext>
            </a:extLst>
          </p:cNvPr>
          <p:cNvSpPr>
            <a:spLocks noGrp="1"/>
          </p:cNvSpPr>
          <p:nvPr>
            <p:ph type="title" hasCustomPrompt="1"/>
          </p:nvPr>
        </p:nvSpPr>
        <p:spPr>
          <a:xfrm>
            <a:off x="501650" y="1100870"/>
            <a:ext cx="5349875" cy="2852737"/>
          </a:xfrm>
        </p:spPr>
        <p:txBody>
          <a:bodyPr anchor="b">
            <a:normAutofit/>
          </a:bodyPr>
          <a:lstStyle>
            <a:lvl1pPr>
              <a:defRPr sz="44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A909FB6-B2C5-4CF6-B7A6-4EC8A442B125}"/>
              </a:ext>
            </a:extLst>
          </p:cNvPr>
          <p:cNvSpPr>
            <a:spLocks noGrp="1"/>
          </p:cNvSpPr>
          <p:nvPr>
            <p:ph type="body" idx="1" hasCustomPrompt="1"/>
          </p:nvPr>
        </p:nvSpPr>
        <p:spPr>
          <a:xfrm>
            <a:off x="501650" y="4109177"/>
            <a:ext cx="5349875" cy="1500187"/>
          </a:xfrm>
        </p:spPr>
        <p:txBody>
          <a:bodyPr>
            <a:normAutofit/>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50C457A-51E0-4402-A6FA-E527806CCC3C}"/>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F5E08F4E-D541-449A-981A-C4C580C8AF5E}"/>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6444476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lstStyle>
            <a:lvl1pPr>
              <a:defRPr b="1">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lstStyle>
            <a:lvl1pPr>
              <a:defRPr b="1">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86904179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smal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334000"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6329363" y="1285875"/>
            <a:ext cx="5334000" cy="4637088"/>
          </a:xfrm>
        </p:spPr>
        <p:txBody>
          <a:bodyPr>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9074365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3265487" cy="4637088"/>
          </a:xfrm>
        </p:spPr>
        <p:txBody>
          <a:bodyPr>
            <a:noAutofit/>
          </a:bodyPr>
          <a:lstStyle>
            <a:lvl1pPr>
              <a:defRPr sz="1200" b="1">
                <a:solidFill>
                  <a:schemeClr val="accent1"/>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4243388" y="1285875"/>
            <a:ext cx="3265487" cy="4637088"/>
          </a:xfrm>
        </p:spPr>
        <p:txBody>
          <a:bodyPr>
            <a:noAutofit/>
          </a:bodyPr>
          <a:lstStyle>
            <a:lvl1pPr>
              <a:defRPr sz="1200" b="1">
                <a:solidFill>
                  <a:schemeClr val="accent1"/>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7985125" y="1285875"/>
            <a:ext cx="3265487" cy="4637088"/>
          </a:xfrm>
        </p:spPr>
        <p:txBody>
          <a:bodyPr>
            <a:noAutofit/>
          </a:bodyPr>
          <a:lstStyle>
            <a:lvl1pPr>
              <a:defRPr sz="1200" b="1">
                <a:solidFill>
                  <a:schemeClr val="accent1"/>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88930755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9" y="1285875"/>
            <a:ext cx="2436812" cy="4637088"/>
          </a:xfrm>
        </p:spPr>
        <p:txBody>
          <a:bodyPr>
            <a:noAutofit/>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C09F66B9-127E-4263-A03F-E83530BB5823}"/>
              </a:ext>
            </a:extLst>
          </p:cNvPr>
          <p:cNvSpPr>
            <a:spLocks noGrp="1"/>
          </p:cNvSpPr>
          <p:nvPr>
            <p:ph sz="half" idx="2" hasCustomPrompt="1"/>
          </p:nvPr>
        </p:nvSpPr>
        <p:spPr>
          <a:xfrm>
            <a:off x="3429795" y="1285875"/>
            <a:ext cx="2436812" cy="4637088"/>
          </a:xfrm>
        </p:spPr>
        <p:txBody>
          <a:bodyPr>
            <a:noAutofit/>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6891C66E-7B25-49F6-B886-36BDACDB4C68}"/>
              </a:ext>
            </a:extLst>
          </p:cNvPr>
          <p:cNvSpPr>
            <a:spLocks noGrp="1"/>
          </p:cNvSpPr>
          <p:nvPr>
            <p:ph sz="half" idx="13" hasCustomPrompt="1"/>
          </p:nvPr>
        </p:nvSpPr>
        <p:spPr>
          <a:xfrm>
            <a:off x="6350001" y="1285875"/>
            <a:ext cx="2436812" cy="4637088"/>
          </a:xfrm>
        </p:spPr>
        <p:txBody>
          <a:bodyPr>
            <a:noAutofit/>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Content Placeholder 3">
            <a:extLst>
              <a:ext uri="{FF2B5EF4-FFF2-40B4-BE49-F238E27FC236}">
                <a16:creationId xmlns:a16="http://schemas.microsoft.com/office/drawing/2014/main" id="{4DAA7483-08C3-4C1B-967A-4FB6B7CAC56F}"/>
              </a:ext>
            </a:extLst>
          </p:cNvPr>
          <p:cNvSpPr>
            <a:spLocks noGrp="1"/>
          </p:cNvSpPr>
          <p:nvPr>
            <p:ph sz="half" idx="14" hasCustomPrompt="1"/>
          </p:nvPr>
        </p:nvSpPr>
        <p:spPr>
          <a:xfrm>
            <a:off x="9270207" y="1285875"/>
            <a:ext cx="2436812" cy="4637088"/>
          </a:xfrm>
        </p:spPr>
        <p:txBody>
          <a:bodyPr>
            <a:noAutofit/>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89274914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Conten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D5F03CE-D3E5-4038-8C56-708625F4A791}"/>
              </a:ext>
            </a:extLst>
          </p:cNvPr>
          <p:cNvSpPr>
            <a:spLocks noGrp="1"/>
          </p:cNvSpPr>
          <p:nvPr>
            <p:ph type="pic" sz="quarter" idx="13"/>
          </p:nvPr>
        </p:nvSpPr>
        <p:spPr>
          <a:xfrm>
            <a:off x="6096000" y="0"/>
            <a:ext cx="6089650" cy="6858000"/>
          </a:xfrm>
        </p:spPr>
        <p:txBody>
          <a:bodyPr/>
          <a:lstStyle/>
          <a:p>
            <a:endParaRPr lang="en-GB"/>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846948"/>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285875"/>
            <a:ext cx="5040312" cy="46370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95215049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Image 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89D703F4-20FC-4174-BE5A-B085E4F085D2}"/>
              </a:ext>
            </a:extLst>
          </p:cNvPr>
          <p:cNvSpPr>
            <a:spLocks noGrp="1"/>
          </p:cNvSpPr>
          <p:nvPr>
            <p:ph type="pic" sz="quarter" idx="13"/>
          </p:nvPr>
        </p:nvSpPr>
        <p:spPr>
          <a:xfrm>
            <a:off x="0" y="0"/>
            <a:ext cx="12192000" cy="6858000"/>
          </a:xfrm>
        </p:spPr>
        <p:txBody>
          <a:bodyPr/>
          <a:lstStyle/>
          <a:p>
            <a:endParaRPr lang="en-GB" dirty="0"/>
          </a:p>
        </p:txBody>
      </p:sp>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3" y="2243929"/>
            <a:ext cx="4680000" cy="3718848"/>
          </a:xfrm>
        </p:spPr>
        <p:txBody>
          <a:bodyPr>
            <a:noAutofit/>
          </a:bodyPr>
          <a:lstStyle>
            <a:lvl1pPr>
              <a:defRPr sz="1800"/>
            </a:lvl1pPr>
            <a:lvl2pPr>
              <a:defRPr sz="18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52833360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and Content illustr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2BD8-0B0F-421E-89F1-CEC137CFEEB1}"/>
              </a:ext>
            </a:extLst>
          </p:cNvPr>
          <p:cNvSpPr>
            <a:spLocks noGrp="1"/>
          </p:cNvSpPr>
          <p:nvPr>
            <p:ph type="title" hasCustomPrompt="1"/>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810F67F-5E2C-4BA0-AFD9-D22AA256ED9C}"/>
              </a:ext>
            </a:extLst>
          </p:cNvPr>
          <p:cNvSpPr>
            <a:spLocks noGrp="1"/>
          </p:cNvSpPr>
          <p:nvPr>
            <p:ph idx="1" hasCustomPrompt="1"/>
          </p:nvPr>
        </p:nvSpPr>
        <p:spPr>
          <a:xfrm>
            <a:off x="510364" y="1288919"/>
            <a:ext cx="4860000" cy="4655473"/>
          </a:xfrm>
        </p:spPr>
        <p:txBody>
          <a:bodyPr/>
          <a:lstStyle>
            <a:lvl1pPr>
              <a:defRPr b="1">
                <a:solidFill>
                  <a:schemeClr val="accent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45A218A9-06E1-45F3-A983-8E52F1D4E8C5}"/>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86253687-489E-423D-B29D-E2344DCAEE7B}"/>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405277786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Four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286000" cy="22860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286000" cy="22860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286000" cy="22860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286000" cy="22860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818255"/>
            <a:ext cx="2436812"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4972219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wo Content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6" name="Text Placeholder 16">
            <a:extLst>
              <a:ext uri="{FF2B5EF4-FFF2-40B4-BE49-F238E27FC236}">
                <a16:creationId xmlns:a16="http://schemas.microsoft.com/office/drawing/2014/main" id="{89134B74-8383-41D2-8F47-83D56A549A82}"/>
              </a:ext>
            </a:extLst>
          </p:cNvPr>
          <p:cNvSpPr>
            <a:spLocks noGrp="1"/>
          </p:cNvSpPr>
          <p:nvPr>
            <p:ph type="body" sz="quarter" idx="19" hasCustomPrompt="1"/>
          </p:nvPr>
        </p:nvSpPr>
        <p:spPr>
          <a:xfrm>
            <a:off x="509588"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Picture Placeholder 11">
            <a:extLst>
              <a:ext uri="{FF2B5EF4-FFF2-40B4-BE49-F238E27FC236}">
                <a16:creationId xmlns:a16="http://schemas.microsoft.com/office/drawing/2014/main" id="{2F0D76AA-1DFE-4D79-812C-186D68189905}"/>
              </a:ext>
            </a:extLst>
          </p:cNvPr>
          <p:cNvSpPr>
            <a:spLocks noGrp="1"/>
          </p:cNvSpPr>
          <p:nvPr>
            <p:ph type="pic" sz="quarter" idx="15"/>
          </p:nvPr>
        </p:nvSpPr>
        <p:spPr>
          <a:xfrm>
            <a:off x="509586" y="1285875"/>
            <a:ext cx="4856165" cy="2286000"/>
          </a:xfrm>
        </p:spPr>
        <p:txBody>
          <a:bodyPr/>
          <a:lstStyle/>
          <a:p>
            <a:endParaRPr lang="en-GB" dirty="0"/>
          </a:p>
        </p:txBody>
      </p:sp>
      <p:sp>
        <p:nvSpPr>
          <p:cNvPr id="22" name="Picture Placeholder 11">
            <a:extLst>
              <a:ext uri="{FF2B5EF4-FFF2-40B4-BE49-F238E27FC236}">
                <a16:creationId xmlns:a16="http://schemas.microsoft.com/office/drawing/2014/main" id="{87E9B1C2-9C05-461F-8E14-2DFF60A2E714}"/>
              </a:ext>
            </a:extLst>
          </p:cNvPr>
          <p:cNvSpPr>
            <a:spLocks noGrp="1"/>
          </p:cNvSpPr>
          <p:nvPr>
            <p:ph type="pic" sz="quarter" idx="16"/>
          </p:nvPr>
        </p:nvSpPr>
        <p:spPr>
          <a:xfrm>
            <a:off x="6095998" y="1285875"/>
            <a:ext cx="4856165" cy="2286000"/>
          </a:xfrm>
        </p:spPr>
        <p:txBody>
          <a:bodyPr/>
          <a:lstStyle/>
          <a:p>
            <a:endParaRPr lang="en-GB" dirty="0"/>
          </a:p>
        </p:txBody>
      </p:sp>
      <p:sp>
        <p:nvSpPr>
          <p:cNvPr id="23" name="Text Placeholder 16">
            <a:extLst>
              <a:ext uri="{FF2B5EF4-FFF2-40B4-BE49-F238E27FC236}">
                <a16:creationId xmlns:a16="http://schemas.microsoft.com/office/drawing/2014/main" id="{06D13294-8C21-4034-890D-D7F6DFCCBBA0}"/>
              </a:ext>
            </a:extLst>
          </p:cNvPr>
          <p:cNvSpPr>
            <a:spLocks noGrp="1"/>
          </p:cNvSpPr>
          <p:nvPr>
            <p:ph type="body" sz="quarter" idx="20" hasCustomPrompt="1"/>
          </p:nvPr>
        </p:nvSpPr>
        <p:spPr>
          <a:xfrm>
            <a:off x="6096000" y="3818255"/>
            <a:ext cx="4856163" cy="2097088"/>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806536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Eight Content Imag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2" name="Picture Placeholder 11">
            <a:extLst>
              <a:ext uri="{FF2B5EF4-FFF2-40B4-BE49-F238E27FC236}">
                <a16:creationId xmlns:a16="http://schemas.microsoft.com/office/drawing/2014/main" id="{57D0022D-46B0-4914-975B-253CE4C6B0E6}"/>
              </a:ext>
            </a:extLst>
          </p:cNvPr>
          <p:cNvSpPr>
            <a:spLocks noGrp="1"/>
          </p:cNvSpPr>
          <p:nvPr>
            <p:ph type="pic" sz="quarter" idx="15"/>
          </p:nvPr>
        </p:nvSpPr>
        <p:spPr>
          <a:xfrm>
            <a:off x="509588" y="1285875"/>
            <a:ext cx="2436812" cy="1155700"/>
          </a:xfrm>
        </p:spPr>
        <p:txBody>
          <a:bodyPr/>
          <a:lstStyle/>
          <a:p>
            <a:endParaRPr lang="en-GB" dirty="0"/>
          </a:p>
        </p:txBody>
      </p:sp>
      <p:sp>
        <p:nvSpPr>
          <p:cNvPr id="13" name="Picture Placeholder 11">
            <a:extLst>
              <a:ext uri="{FF2B5EF4-FFF2-40B4-BE49-F238E27FC236}">
                <a16:creationId xmlns:a16="http://schemas.microsoft.com/office/drawing/2014/main" id="{9AF91107-9677-4D5E-A208-151BFE7B3549}"/>
              </a:ext>
            </a:extLst>
          </p:cNvPr>
          <p:cNvSpPr>
            <a:spLocks noGrp="1"/>
          </p:cNvSpPr>
          <p:nvPr>
            <p:ph type="pic" sz="quarter" idx="16"/>
          </p:nvPr>
        </p:nvSpPr>
        <p:spPr>
          <a:xfrm>
            <a:off x="3330198" y="1285875"/>
            <a:ext cx="2436812" cy="1155700"/>
          </a:xfrm>
        </p:spPr>
        <p:txBody>
          <a:bodyPr/>
          <a:lstStyle/>
          <a:p>
            <a:endParaRPr lang="en-GB" dirty="0"/>
          </a:p>
        </p:txBody>
      </p:sp>
      <p:sp>
        <p:nvSpPr>
          <p:cNvPr id="14" name="Picture Placeholder 11">
            <a:extLst>
              <a:ext uri="{FF2B5EF4-FFF2-40B4-BE49-F238E27FC236}">
                <a16:creationId xmlns:a16="http://schemas.microsoft.com/office/drawing/2014/main" id="{AAB95FAA-AD46-439F-B127-768539CCE558}"/>
              </a:ext>
            </a:extLst>
          </p:cNvPr>
          <p:cNvSpPr>
            <a:spLocks noGrp="1"/>
          </p:cNvSpPr>
          <p:nvPr>
            <p:ph type="pic" sz="quarter" idx="17"/>
          </p:nvPr>
        </p:nvSpPr>
        <p:spPr>
          <a:xfrm>
            <a:off x="6150808" y="1285875"/>
            <a:ext cx="2436812" cy="1155700"/>
          </a:xfrm>
        </p:spPr>
        <p:txBody>
          <a:bodyPr/>
          <a:lstStyle/>
          <a:p>
            <a:endParaRPr lang="en-GB" dirty="0"/>
          </a:p>
        </p:txBody>
      </p:sp>
      <p:sp>
        <p:nvSpPr>
          <p:cNvPr id="15" name="Picture Placeholder 11">
            <a:extLst>
              <a:ext uri="{FF2B5EF4-FFF2-40B4-BE49-F238E27FC236}">
                <a16:creationId xmlns:a16="http://schemas.microsoft.com/office/drawing/2014/main" id="{132F0C61-827A-424F-85AB-0B87EB517871}"/>
              </a:ext>
            </a:extLst>
          </p:cNvPr>
          <p:cNvSpPr>
            <a:spLocks noGrp="1"/>
          </p:cNvSpPr>
          <p:nvPr>
            <p:ph type="pic" sz="quarter" idx="18"/>
          </p:nvPr>
        </p:nvSpPr>
        <p:spPr>
          <a:xfrm>
            <a:off x="8971418" y="1285875"/>
            <a:ext cx="2436812" cy="1155700"/>
          </a:xfrm>
        </p:spPr>
        <p:txBody>
          <a:bodyPr/>
          <a:lstStyle/>
          <a:p>
            <a:endParaRPr lang="en-GB" dirty="0"/>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2752878"/>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16" name="Text Placeholder 16">
            <a:extLst>
              <a:ext uri="{FF2B5EF4-FFF2-40B4-BE49-F238E27FC236}">
                <a16:creationId xmlns:a16="http://schemas.microsoft.com/office/drawing/2014/main" id="{A5B28517-BD15-4CC9-8966-9E26A25496B5}"/>
              </a:ext>
            </a:extLst>
          </p:cNvPr>
          <p:cNvSpPr>
            <a:spLocks noGrp="1"/>
          </p:cNvSpPr>
          <p:nvPr>
            <p:ph type="body" sz="quarter" idx="23" hasCustomPrompt="1"/>
          </p:nvPr>
        </p:nvSpPr>
        <p:spPr>
          <a:xfrm>
            <a:off x="50958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1" name="Picture Placeholder 11">
            <a:extLst>
              <a:ext uri="{FF2B5EF4-FFF2-40B4-BE49-F238E27FC236}">
                <a16:creationId xmlns:a16="http://schemas.microsoft.com/office/drawing/2014/main" id="{8DC2FAE1-3931-4C38-89A6-B5757B715A9F}"/>
              </a:ext>
            </a:extLst>
          </p:cNvPr>
          <p:cNvSpPr>
            <a:spLocks noGrp="1"/>
          </p:cNvSpPr>
          <p:nvPr>
            <p:ph type="pic" sz="quarter" idx="24"/>
          </p:nvPr>
        </p:nvSpPr>
        <p:spPr>
          <a:xfrm>
            <a:off x="509588" y="3910310"/>
            <a:ext cx="2436812" cy="1155700"/>
          </a:xfrm>
        </p:spPr>
        <p:txBody>
          <a:bodyPr/>
          <a:lstStyle/>
          <a:p>
            <a:endParaRPr lang="en-GB" dirty="0"/>
          </a:p>
        </p:txBody>
      </p:sp>
      <p:sp>
        <p:nvSpPr>
          <p:cNvPr id="22" name="Picture Placeholder 11">
            <a:extLst>
              <a:ext uri="{FF2B5EF4-FFF2-40B4-BE49-F238E27FC236}">
                <a16:creationId xmlns:a16="http://schemas.microsoft.com/office/drawing/2014/main" id="{B9AF8D75-77C0-43DC-B154-6C1DAD605D7B}"/>
              </a:ext>
            </a:extLst>
          </p:cNvPr>
          <p:cNvSpPr>
            <a:spLocks noGrp="1"/>
          </p:cNvSpPr>
          <p:nvPr>
            <p:ph type="pic" sz="quarter" idx="25"/>
          </p:nvPr>
        </p:nvSpPr>
        <p:spPr>
          <a:xfrm>
            <a:off x="3330198" y="3910310"/>
            <a:ext cx="2436812" cy="1155700"/>
          </a:xfrm>
        </p:spPr>
        <p:txBody>
          <a:bodyPr/>
          <a:lstStyle/>
          <a:p>
            <a:endParaRPr lang="en-GB" dirty="0"/>
          </a:p>
        </p:txBody>
      </p:sp>
      <p:sp>
        <p:nvSpPr>
          <p:cNvPr id="23" name="Picture Placeholder 11">
            <a:extLst>
              <a:ext uri="{FF2B5EF4-FFF2-40B4-BE49-F238E27FC236}">
                <a16:creationId xmlns:a16="http://schemas.microsoft.com/office/drawing/2014/main" id="{D2F053D7-8657-4D69-9D6B-6A31D3EE191F}"/>
              </a:ext>
            </a:extLst>
          </p:cNvPr>
          <p:cNvSpPr>
            <a:spLocks noGrp="1"/>
          </p:cNvSpPr>
          <p:nvPr>
            <p:ph type="pic" sz="quarter" idx="26"/>
          </p:nvPr>
        </p:nvSpPr>
        <p:spPr>
          <a:xfrm>
            <a:off x="6150808" y="3910310"/>
            <a:ext cx="2436812" cy="1155700"/>
          </a:xfrm>
        </p:spPr>
        <p:txBody>
          <a:bodyPr/>
          <a:lstStyle/>
          <a:p>
            <a:endParaRPr lang="en-GB" dirty="0"/>
          </a:p>
        </p:txBody>
      </p:sp>
      <p:sp>
        <p:nvSpPr>
          <p:cNvPr id="24" name="Picture Placeholder 11">
            <a:extLst>
              <a:ext uri="{FF2B5EF4-FFF2-40B4-BE49-F238E27FC236}">
                <a16:creationId xmlns:a16="http://schemas.microsoft.com/office/drawing/2014/main" id="{7109D2C2-06AB-4833-8A7E-8B77411F1184}"/>
              </a:ext>
            </a:extLst>
          </p:cNvPr>
          <p:cNvSpPr>
            <a:spLocks noGrp="1"/>
          </p:cNvSpPr>
          <p:nvPr>
            <p:ph type="pic" sz="quarter" idx="27"/>
          </p:nvPr>
        </p:nvSpPr>
        <p:spPr>
          <a:xfrm>
            <a:off x="8971418" y="3910310"/>
            <a:ext cx="2436812" cy="1155700"/>
          </a:xfrm>
        </p:spPr>
        <p:txBody>
          <a:bodyPr/>
          <a:lstStyle/>
          <a:p>
            <a:endParaRPr lang="en-GB" dirty="0"/>
          </a:p>
        </p:txBody>
      </p:sp>
      <p:sp>
        <p:nvSpPr>
          <p:cNvPr id="25" name="Text Placeholder 16">
            <a:extLst>
              <a:ext uri="{FF2B5EF4-FFF2-40B4-BE49-F238E27FC236}">
                <a16:creationId xmlns:a16="http://schemas.microsoft.com/office/drawing/2014/main" id="{3407D2D6-C5F5-4E02-A032-FD8D85631D98}"/>
              </a:ext>
            </a:extLst>
          </p:cNvPr>
          <p:cNvSpPr>
            <a:spLocks noGrp="1"/>
          </p:cNvSpPr>
          <p:nvPr>
            <p:ph type="body" sz="quarter" idx="28" hasCustomPrompt="1"/>
          </p:nvPr>
        </p:nvSpPr>
        <p:spPr>
          <a:xfrm>
            <a:off x="333019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6" name="Text Placeholder 16">
            <a:extLst>
              <a:ext uri="{FF2B5EF4-FFF2-40B4-BE49-F238E27FC236}">
                <a16:creationId xmlns:a16="http://schemas.microsoft.com/office/drawing/2014/main" id="{66694D52-5B0A-4635-86D1-9F3CE3083732}"/>
              </a:ext>
            </a:extLst>
          </p:cNvPr>
          <p:cNvSpPr>
            <a:spLocks noGrp="1"/>
          </p:cNvSpPr>
          <p:nvPr>
            <p:ph type="body" sz="quarter" idx="29" hasCustomPrompt="1"/>
          </p:nvPr>
        </p:nvSpPr>
        <p:spPr>
          <a:xfrm>
            <a:off x="615080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
        <p:nvSpPr>
          <p:cNvPr id="27" name="Text Placeholder 16">
            <a:extLst>
              <a:ext uri="{FF2B5EF4-FFF2-40B4-BE49-F238E27FC236}">
                <a16:creationId xmlns:a16="http://schemas.microsoft.com/office/drawing/2014/main" id="{F369DB06-CE64-460F-896F-F6D7BC4413B3}"/>
              </a:ext>
            </a:extLst>
          </p:cNvPr>
          <p:cNvSpPr>
            <a:spLocks noGrp="1"/>
          </p:cNvSpPr>
          <p:nvPr>
            <p:ph type="body" sz="quarter" idx="30" hasCustomPrompt="1"/>
          </p:nvPr>
        </p:nvSpPr>
        <p:spPr>
          <a:xfrm>
            <a:off x="8971418" y="5377313"/>
            <a:ext cx="2436812" cy="718687"/>
          </a:xfrm>
        </p:spPr>
        <p:txBody>
          <a:bodyPr>
            <a:noAutofit/>
          </a:bodyPr>
          <a:lstStyle>
            <a:lvl1pPr>
              <a:spcBef>
                <a:spcPts val="600"/>
              </a:spcBef>
              <a:spcAft>
                <a:spcPts val="0"/>
              </a:spcAft>
              <a:defRPr sz="1200"/>
            </a:lvl1pPr>
            <a:lvl2pPr>
              <a:spcBef>
                <a:spcPts val="600"/>
              </a:spcBef>
              <a:spcAft>
                <a:spcPts val="0"/>
              </a:spcAft>
              <a:defRPr sz="1200"/>
            </a:lvl2pPr>
            <a:lvl3pPr>
              <a:spcBef>
                <a:spcPts val="600"/>
              </a:spcBef>
              <a:spcAft>
                <a:spcPts val="0"/>
              </a:spcAft>
              <a:defRPr sz="1200"/>
            </a:lvl3pPr>
            <a:lvl4pPr>
              <a:spcBef>
                <a:spcPts val="0"/>
              </a:spcBef>
              <a:spcAft>
                <a:spcPts val="0"/>
              </a:spcAft>
              <a:defRPr sz="1200"/>
            </a:lvl4pPr>
            <a:lvl5pPr>
              <a:spcBef>
                <a:spcPts val="0"/>
              </a:spcBef>
              <a:spcAft>
                <a:spcPts val="0"/>
              </a:spcAft>
              <a:defRPr sz="1200"/>
            </a:lvl5pPr>
          </a:lstStyle>
          <a:p>
            <a:pPr lvl="0"/>
            <a:r>
              <a:rPr lang="en-US" dirty="0"/>
              <a:t>Click to edit master text styles</a:t>
            </a:r>
          </a:p>
          <a:p>
            <a:pPr lvl="1"/>
            <a:r>
              <a:rPr lang="en-US" dirty="0"/>
              <a:t>Second level</a:t>
            </a:r>
          </a:p>
          <a:p>
            <a:pPr lvl="2"/>
            <a:r>
              <a:rPr lang="en-US" dirty="0"/>
              <a:t>Third level</a:t>
            </a:r>
            <a:endParaRPr lang="en-GB" dirty="0"/>
          </a:p>
        </p:txBody>
      </p:sp>
    </p:spTree>
    <p:extLst>
      <p:ext uri="{BB962C8B-B14F-4D97-AF65-F5344CB8AC3E}">
        <p14:creationId xmlns:p14="http://schemas.microsoft.com/office/powerpoint/2010/main" val="233055943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our circl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812" cy="1940243"/>
          </a:xfrm>
        </p:spPr>
        <p:txBody>
          <a:bodyPr>
            <a:noAutofit/>
          </a:bodyPr>
          <a:lstStyle>
            <a:lvl1pPr>
              <a:spcAft>
                <a:spcPts val="1500"/>
              </a:spcAft>
              <a:defRPr sz="1200">
                <a:solidFill>
                  <a:schemeClr val="tx1"/>
                </a:solidFill>
              </a:defRPr>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0198" y="3975099"/>
            <a:ext cx="2436812" cy="1940243"/>
          </a:xfrm>
        </p:spPr>
        <p:txBody>
          <a:bodyPr>
            <a:noAutofit/>
          </a:bodyPr>
          <a:lstStyle>
            <a:lvl1pPr>
              <a:spcAft>
                <a:spcPts val="1500"/>
              </a:spcAft>
              <a:defRPr lang="en-US" sz="1200" b="1" kern="1200" spc="30" baseline="0" dirty="0">
                <a:solidFill>
                  <a:schemeClr val="tx1"/>
                </a:solidFill>
                <a:latin typeface="+mn-lt"/>
                <a:ea typeface="+mn-ea"/>
                <a:cs typeface="+mn-cs"/>
              </a:defRPr>
            </a:lvl1pPr>
            <a:lvl2pPr>
              <a:spcBef>
                <a:spcPts val="0"/>
              </a:spcBef>
              <a:defRPr sz="1200"/>
            </a:lvl2pPr>
            <a:lvl3pPr>
              <a:defRPr sz="1200"/>
            </a:lvl3pPr>
            <a:lvl4pPr>
              <a:defRPr sz="1200"/>
            </a:lvl4pPr>
            <a:lvl5pPr>
              <a:defRPr sz="1200"/>
            </a:lvl5pPr>
          </a:lstStyle>
          <a:p>
            <a:pPr marL="0" lvl="0" indent="0" algn="l" defTabSz="914400" rtl="0" eaLnBrk="1" latinLnBrk="0" hangingPunct="1">
              <a:lnSpc>
                <a:spcPct val="100000"/>
              </a:lnSpc>
              <a:spcBef>
                <a:spcPts val="0"/>
              </a:spcBef>
              <a:spcAft>
                <a:spcPts val="15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50808" y="3975099"/>
            <a:ext cx="2436812" cy="1940243"/>
          </a:xfrm>
        </p:spPr>
        <p:txBody>
          <a:bodyPr>
            <a:noAutofit/>
          </a:bodyPr>
          <a:lstStyle>
            <a:lvl1pPr>
              <a:spcAft>
                <a:spcPts val="1500"/>
              </a:spcAft>
              <a:defRPr lang="en-US" sz="1200" b="1" kern="1200" spc="30" baseline="0" dirty="0">
                <a:solidFill>
                  <a:schemeClr val="tx1"/>
                </a:solidFill>
                <a:latin typeface="+mn-lt"/>
                <a:ea typeface="+mn-ea"/>
                <a:cs typeface="+mn-cs"/>
              </a:defRPr>
            </a:lvl1pPr>
            <a:lvl2pPr>
              <a:spcBef>
                <a:spcPts val="0"/>
              </a:spcBef>
              <a:defRPr sz="1200"/>
            </a:lvl2pPr>
            <a:lvl3pPr>
              <a:defRPr sz="1200"/>
            </a:lvl3pPr>
            <a:lvl4pPr>
              <a:defRPr sz="1200"/>
            </a:lvl4pPr>
            <a:lvl5pPr>
              <a:defRPr sz="1200"/>
            </a:lvl5pPr>
          </a:lstStyle>
          <a:p>
            <a:pPr marL="0" lvl="0" indent="0" algn="l" defTabSz="914400" rtl="0" eaLnBrk="1" latinLnBrk="0" hangingPunct="1">
              <a:lnSpc>
                <a:spcPct val="100000"/>
              </a:lnSpc>
              <a:spcBef>
                <a:spcPts val="0"/>
              </a:spcBef>
              <a:spcAft>
                <a:spcPts val="15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71418" y="3975099"/>
            <a:ext cx="2436812" cy="1940243"/>
          </a:xfrm>
        </p:spPr>
        <p:txBody>
          <a:bodyPr>
            <a:noAutofit/>
          </a:bodyPr>
          <a:lstStyle>
            <a:lvl1pPr>
              <a:spcAft>
                <a:spcPts val="1500"/>
              </a:spcAft>
              <a:defRPr lang="en-US" sz="1200" b="1" kern="1200" spc="30" baseline="0" dirty="0">
                <a:solidFill>
                  <a:schemeClr val="tx1"/>
                </a:solidFill>
                <a:latin typeface="+mn-lt"/>
                <a:ea typeface="+mn-ea"/>
                <a:cs typeface="+mn-cs"/>
              </a:defRPr>
            </a:lvl1pPr>
            <a:lvl2pPr>
              <a:spcBef>
                <a:spcPts val="0"/>
              </a:spcBef>
              <a:defRPr sz="1200"/>
            </a:lvl2pPr>
            <a:lvl3pPr>
              <a:defRPr sz="1200"/>
            </a:lvl3pPr>
            <a:lvl4pPr>
              <a:defRPr sz="1200"/>
            </a:lvl4pPr>
            <a:lvl5pPr>
              <a:defRPr sz="1200"/>
            </a:lvl5pPr>
          </a:lstStyle>
          <a:p>
            <a:pPr marL="0" lvl="0" indent="0" algn="l" defTabSz="914400" rtl="0" eaLnBrk="1" latinLnBrk="0" hangingPunct="1">
              <a:lnSpc>
                <a:spcPct val="100000"/>
              </a:lnSpc>
              <a:spcBef>
                <a:spcPts val="0"/>
              </a:spcBef>
              <a:spcAft>
                <a:spcPts val="15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2199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1"/>
                </a:solidFill>
              </a:defRPr>
            </a:lvl2pPr>
          </a:lstStyle>
          <a:p>
            <a:pPr lvl="0"/>
            <a:r>
              <a:rPr lang="en-US" dirty="0"/>
              <a:t>Click to edit master text styles</a:t>
            </a:r>
          </a:p>
          <a:p>
            <a:pPr lvl="1"/>
            <a:r>
              <a:rPr lang="en-US" dirty="0"/>
              <a:t>Second level</a:t>
            </a:r>
          </a:p>
        </p:txBody>
      </p:sp>
      <p:sp>
        <p:nvSpPr>
          <p:cNvPr id="21" name="Text Placeholder 7">
            <a:extLst>
              <a:ext uri="{FF2B5EF4-FFF2-40B4-BE49-F238E27FC236}">
                <a16:creationId xmlns:a16="http://schemas.microsoft.com/office/drawing/2014/main" id="{8E66F550-E782-4ACE-B58C-DCEEE04D83B2}"/>
              </a:ext>
            </a:extLst>
          </p:cNvPr>
          <p:cNvSpPr>
            <a:spLocks noGrp="1"/>
          </p:cNvSpPr>
          <p:nvPr>
            <p:ph type="body" sz="quarter" idx="24" hasCustomPrompt="1"/>
          </p:nvPr>
        </p:nvSpPr>
        <p:spPr>
          <a:xfrm>
            <a:off x="334260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1"/>
                </a:solidFill>
              </a:defRPr>
            </a:lvl2pPr>
          </a:lstStyle>
          <a:p>
            <a:pPr lvl="0"/>
            <a:r>
              <a:rPr lang="en-US" dirty="0"/>
              <a:t>Click to edit master text styles</a:t>
            </a:r>
          </a:p>
          <a:p>
            <a:pPr lvl="1"/>
            <a:r>
              <a:rPr lang="en-US" dirty="0"/>
              <a:t>Second level</a:t>
            </a:r>
          </a:p>
        </p:txBody>
      </p:sp>
      <p:sp>
        <p:nvSpPr>
          <p:cNvPr id="22" name="Text Placeholder 7">
            <a:extLst>
              <a:ext uri="{FF2B5EF4-FFF2-40B4-BE49-F238E27FC236}">
                <a16:creationId xmlns:a16="http://schemas.microsoft.com/office/drawing/2014/main" id="{44E0CD34-26BF-4377-AAC7-C23FC9C5A1B9}"/>
              </a:ext>
            </a:extLst>
          </p:cNvPr>
          <p:cNvSpPr>
            <a:spLocks noGrp="1"/>
          </p:cNvSpPr>
          <p:nvPr>
            <p:ph type="body" sz="quarter" idx="25" hasCustomPrompt="1"/>
          </p:nvPr>
        </p:nvSpPr>
        <p:spPr>
          <a:xfrm>
            <a:off x="616321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1"/>
                </a:solidFill>
              </a:defRPr>
            </a:lvl2pPr>
          </a:lstStyle>
          <a:p>
            <a:pPr lvl="0"/>
            <a:r>
              <a:rPr lang="en-US" dirty="0"/>
              <a:t>Click to edit master text styles</a:t>
            </a:r>
          </a:p>
          <a:p>
            <a:pPr lvl="1"/>
            <a:r>
              <a:rPr lang="en-US" dirty="0"/>
              <a:t>Second level</a:t>
            </a:r>
          </a:p>
        </p:txBody>
      </p:sp>
      <p:sp>
        <p:nvSpPr>
          <p:cNvPr id="23" name="Text Placeholder 7">
            <a:extLst>
              <a:ext uri="{FF2B5EF4-FFF2-40B4-BE49-F238E27FC236}">
                <a16:creationId xmlns:a16="http://schemas.microsoft.com/office/drawing/2014/main" id="{CFB3A794-A323-4426-B9B9-952E9B178D81}"/>
              </a:ext>
            </a:extLst>
          </p:cNvPr>
          <p:cNvSpPr>
            <a:spLocks noGrp="1"/>
          </p:cNvSpPr>
          <p:nvPr>
            <p:ph type="body" sz="quarter" idx="26" hasCustomPrompt="1"/>
          </p:nvPr>
        </p:nvSpPr>
        <p:spPr>
          <a:xfrm>
            <a:off x="8983824" y="1265238"/>
            <a:ext cx="2412000" cy="2412000"/>
          </a:xfrm>
          <a:prstGeom prst="ellipse">
            <a:avLst/>
          </a:prstGeom>
          <a:ln>
            <a:solidFill>
              <a:schemeClr val="tx1"/>
            </a:solidFill>
          </a:ln>
        </p:spPr>
        <p:txBody>
          <a:bodyPr anchor="ctr" anchorCtr="0">
            <a:normAutofit/>
          </a:bodyPr>
          <a:lstStyle>
            <a:lvl1pPr algn="ctr">
              <a:defRPr sz="1800" b="0"/>
            </a:lvl1pPr>
            <a:lvl2pPr algn="ctr">
              <a:defRPr sz="1800" b="1">
                <a:solidFill>
                  <a:schemeClr val="accent1"/>
                </a:solidFil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1936712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Four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8" name="Text Placeholder 16">
            <a:extLst>
              <a:ext uri="{FF2B5EF4-FFF2-40B4-BE49-F238E27FC236}">
                <a16:creationId xmlns:a16="http://schemas.microsoft.com/office/drawing/2014/main" id="{8A4BAA2C-0E92-4FE8-A508-BD88222CDE9A}"/>
              </a:ext>
            </a:extLst>
          </p:cNvPr>
          <p:cNvSpPr>
            <a:spLocks noGrp="1"/>
          </p:cNvSpPr>
          <p:nvPr>
            <p:ph type="body" sz="quarter" idx="20" hasCustomPrompt="1"/>
          </p:nvPr>
        </p:nvSpPr>
        <p:spPr>
          <a:xfrm>
            <a:off x="3337000"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1CA5DA5B-925A-40B1-88FB-D4E2579B8D7A}"/>
              </a:ext>
            </a:extLst>
          </p:cNvPr>
          <p:cNvSpPr>
            <a:spLocks noGrp="1"/>
          </p:cNvSpPr>
          <p:nvPr>
            <p:ph type="body" sz="quarter" idx="21" hasCustomPrompt="1"/>
          </p:nvPr>
        </p:nvSpPr>
        <p:spPr>
          <a:xfrm>
            <a:off x="6164412"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6">
            <a:extLst>
              <a:ext uri="{FF2B5EF4-FFF2-40B4-BE49-F238E27FC236}">
                <a16:creationId xmlns:a16="http://schemas.microsoft.com/office/drawing/2014/main" id="{95721348-C68C-4897-B879-894BFB921513}"/>
              </a:ext>
            </a:extLst>
          </p:cNvPr>
          <p:cNvSpPr>
            <a:spLocks noGrp="1"/>
          </p:cNvSpPr>
          <p:nvPr>
            <p:ph type="body" sz="quarter" idx="22" hasCustomPrompt="1"/>
          </p:nvPr>
        </p:nvSpPr>
        <p:spPr>
          <a:xfrm>
            <a:off x="8991823" y="3975099"/>
            <a:ext cx="2436135" cy="1940243"/>
          </a:xfrm>
        </p:spPr>
        <p:txBody>
          <a:bodyPr>
            <a:noAutofit/>
          </a:bodyPr>
          <a:lstStyle>
            <a:lvl1pPr>
              <a:spcAft>
                <a:spcPts val="1500"/>
              </a:spcAft>
              <a:defRPr sz="1200"/>
            </a:lvl1pPr>
            <a:lvl2pPr>
              <a:spcBef>
                <a:spcPts val="0"/>
              </a:spcBef>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404938"/>
            <a:ext cx="2472758" cy="2412000"/>
          </a:xfrm>
          <a:prstGeom prst="rect">
            <a:avLst/>
          </a:prstGeom>
          <a:ln>
            <a:noFill/>
          </a:ln>
        </p:spPr>
        <p:txBody>
          <a:bodyPr anchor="b" anchorCtr="0">
            <a:normAutofit/>
          </a:bodyPr>
          <a:lstStyle>
            <a:lvl1pPr algn="l">
              <a:lnSpc>
                <a:spcPct val="80000"/>
              </a:lnSpc>
              <a:defRPr sz="10000" b="0">
                <a:solidFill>
                  <a:schemeClr val="accent1"/>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335979" y="1404938"/>
            <a:ext cx="2472758" cy="2412000"/>
          </a:xfrm>
          <a:prstGeom prst="rect">
            <a:avLst/>
          </a:prstGeom>
          <a:ln>
            <a:noFill/>
          </a:ln>
        </p:spPr>
        <p:txBody>
          <a:bodyPr anchor="b" anchorCtr="0">
            <a:normAutofit/>
          </a:bodyPr>
          <a:lstStyle>
            <a:lvl1pPr algn="l">
              <a:lnSpc>
                <a:spcPct val="80000"/>
              </a:lnSpc>
              <a:defRPr sz="10000" b="0">
                <a:solidFill>
                  <a:schemeClr val="accent1"/>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46100" y="1404938"/>
            <a:ext cx="2472758" cy="2412000"/>
          </a:xfrm>
          <a:prstGeom prst="rect">
            <a:avLst/>
          </a:prstGeom>
          <a:ln>
            <a:noFill/>
          </a:ln>
        </p:spPr>
        <p:txBody>
          <a:bodyPr anchor="b" anchorCtr="0">
            <a:normAutofit/>
          </a:bodyPr>
          <a:lstStyle>
            <a:lvl1pPr algn="l">
              <a:lnSpc>
                <a:spcPct val="80000"/>
              </a:lnSpc>
              <a:defRPr sz="10000" b="0">
                <a:solidFill>
                  <a:schemeClr val="accent1"/>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991823" y="1404938"/>
            <a:ext cx="2472758" cy="2412000"/>
          </a:xfrm>
          <a:prstGeom prst="rect">
            <a:avLst/>
          </a:prstGeom>
          <a:ln>
            <a:noFill/>
          </a:ln>
        </p:spPr>
        <p:txBody>
          <a:bodyPr anchor="b" anchorCtr="0">
            <a:normAutofit/>
          </a:bodyPr>
          <a:lstStyle>
            <a:lvl1pPr algn="l">
              <a:lnSpc>
                <a:spcPct val="80000"/>
              </a:lnSpc>
              <a:defRPr sz="10000" b="0">
                <a:solidFill>
                  <a:schemeClr val="accent1"/>
                </a:solidFill>
                <a:latin typeface="+mj-lt"/>
              </a:defRPr>
            </a:lvl1pPr>
            <a:lvl2pPr algn="ctr">
              <a:defRPr sz="1800">
                <a:solidFill>
                  <a:schemeClr val="accent1"/>
                </a:solidFill>
              </a:defRPr>
            </a:lvl2pPr>
          </a:lstStyle>
          <a:p>
            <a:pPr lvl="0"/>
            <a:r>
              <a:rPr lang="en-US" dirty="0"/>
              <a:t>000</a:t>
            </a:r>
          </a:p>
        </p:txBody>
      </p:sp>
    </p:spTree>
    <p:extLst>
      <p:ext uri="{BB962C8B-B14F-4D97-AF65-F5344CB8AC3E}">
        <p14:creationId xmlns:p14="http://schemas.microsoft.com/office/powerpoint/2010/main" val="6503251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Eight number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1D79873-93B3-424B-9BD5-E654ACD2E406}"/>
              </a:ext>
            </a:extLst>
          </p:cNvPr>
          <p:cNvSpPr>
            <a:spLocks noGrp="1"/>
          </p:cNvSpPr>
          <p:nvPr>
            <p:ph type="body" sz="quarter" idx="19" hasCustomPrompt="1"/>
          </p:nvPr>
        </p:nvSpPr>
        <p:spPr>
          <a:xfrm>
            <a:off x="509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7D3AEB4D-0BAD-4AEA-846F-0D1C58F6D7B1}"/>
              </a:ext>
            </a:extLst>
          </p:cNvPr>
          <p:cNvSpPr>
            <a:spLocks noGrp="1"/>
          </p:cNvSpPr>
          <p:nvPr>
            <p:ph type="body" sz="quarter" idx="23" hasCustomPrompt="1"/>
          </p:nvPr>
        </p:nvSpPr>
        <p:spPr>
          <a:xfrm>
            <a:off x="509588" y="17600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15" name="Text Placeholder 7">
            <a:extLst>
              <a:ext uri="{FF2B5EF4-FFF2-40B4-BE49-F238E27FC236}">
                <a16:creationId xmlns:a16="http://schemas.microsoft.com/office/drawing/2014/main" id="{7C07EEA6-9514-42B4-8962-456A6C2115BE}"/>
              </a:ext>
            </a:extLst>
          </p:cNvPr>
          <p:cNvSpPr>
            <a:spLocks noGrp="1"/>
          </p:cNvSpPr>
          <p:nvPr>
            <p:ph type="body" sz="quarter" idx="24" hasCustomPrompt="1"/>
          </p:nvPr>
        </p:nvSpPr>
        <p:spPr>
          <a:xfrm>
            <a:off x="3145479" y="17600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16" name="Text Placeholder 7">
            <a:extLst>
              <a:ext uri="{FF2B5EF4-FFF2-40B4-BE49-F238E27FC236}">
                <a16:creationId xmlns:a16="http://schemas.microsoft.com/office/drawing/2014/main" id="{2467948C-3FA4-46AB-A28A-0176F2C2C1B2}"/>
              </a:ext>
            </a:extLst>
          </p:cNvPr>
          <p:cNvSpPr>
            <a:spLocks noGrp="1"/>
          </p:cNvSpPr>
          <p:nvPr>
            <p:ph type="body" sz="quarter" idx="25" hasCustomPrompt="1"/>
          </p:nvPr>
        </p:nvSpPr>
        <p:spPr>
          <a:xfrm>
            <a:off x="6100912" y="17600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24" name="Text Placeholder 7">
            <a:extLst>
              <a:ext uri="{FF2B5EF4-FFF2-40B4-BE49-F238E27FC236}">
                <a16:creationId xmlns:a16="http://schemas.microsoft.com/office/drawing/2014/main" id="{607941FA-23C5-4711-858C-1D82F48884E2}"/>
              </a:ext>
            </a:extLst>
          </p:cNvPr>
          <p:cNvSpPr>
            <a:spLocks noGrp="1"/>
          </p:cNvSpPr>
          <p:nvPr>
            <p:ph type="body" sz="quarter" idx="26" hasCustomPrompt="1"/>
          </p:nvPr>
        </p:nvSpPr>
        <p:spPr>
          <a:xfrm>
            <a:off x="8864823" y="17600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21" name="Text Placeholder 16">
            <a:extLst>
              <a:ext uri="{FF2B5EF4-FFF2-40B4-BE49-F238E27FC236}">
                <a16:creationId xmlns:a16="http://schemas.microsoft.com/office/drawing/2014/main" id="{D053614B-C29F-439D-8F34-868A1FB74612}"/>
              </a:ext>
            </a:extLst>
          </p:cNvPr>
          <p:cNvSpPr>
            <a:spLocks noGrp="1"/>
          </p:cNvSpPr>
          <p:nvPr>
            <p:ph type="body" sz="quarter" idx="27" hasCustomPrompt="1"/>
          </p:nvPr>
        </p:nvSpPr>
        <p:spPr>
          <a:xfrm>
            <a:off x="31384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2" name="Text Placeholder 16">
            <a:extLst>
              <a:ext uri="{FF2B5EF4-FFF2-40B4-BE49-F238E27FC236}">
                <a16:creationId xmlns:a16="http://schemas.microsoft.com/office/drawing/2014/main" id="{195958D4-AA43-48A3-A31D-AA7FD9997A46}"/>
              </a:ext>
            </a:extLst>
          </p:cNvPr>
          <p:cNvSpPr>
            <a:spLocks noGrp="1"/>
          </p:cNvSpPr>
          <p:nvPr>
            <p:ph type="body" sz="quarter" idx="28" hasCustomPrompt="1"/>
          </p:nvPr>
        </p:nvSpPr>
        <p:spPr>
          <a:xfrm>
            <a:off x="60975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3" name="Text Placeholder 16">
            <a:extLst>
              <a:ext uri="{FF2B5EF4-FFF2-40B4-BE49-F238E27FC236}">
                <a16:creationId xmlns:a16="http://schemas.microsoft.com/office/drawing/2014/main" id="{AB4D04C2-2263-46A7-9504-27C4EA99D36D}"/>
              </a:ext>
            </a:extLst>
          </p:cNvPr>
          <p:cNvSpPr>
            <a:spLocks noGrp="1"/>
          </p:cNvSpPr>
          <p:nvPr>
            <p:ph type="body" sz="quarter" idx="29" hasCustomPrompt="1"/>
          </p:nvPr>
        </p:nvSpPr>
        <p:spPr>
          <a:xfrm>
            <a:off x="8878888" y="29643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25" name="Text Placeholder 16">
            <a:extLst>
              <a:ext uri="{FF2B5EF4-FFF2-40B4-BE49-F238E27FC236}">
                <a16:creationId xmlns:a16="http://schemas.microsoft.com/office/drawing/2014/main" id="{ECA847AF-B817-4119-97AF-FDECB88DC14D}"/>
              </a:ext>
            </a:extLst>
          </p:cNvPr>
          <p:cNvSpPr>
            <a:spLocks noGrp="1"/>
          </p:cNvSpPr>
          <p:nvPr>
            <p:ph type="body" sz="quarter" idx="30" hasCustomPrompt="1"/>
          </p:nvPr>
        </p:nvSpPr>
        <p:spPr>
          <a:xfrm>
            <a:off x="509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26" name="Text Placeholder 7">
            <a:extLst>
              <a:ext uri="{FF2B5EF4-FFF2-40B4-BE49-F238E27FC236}">
                <a16:creationId xmlns:a16="http://schemas.microsoft.com/office/drawing/2014/main" id="{C832ADD4-F50F-454E-B2D9-876D8FB35595}"/>
              </a:ext>
            </a:extLst>
          </p:cNvPr>
          <p:cNvSpPr>
            <a:spLocks noGrp="1"/>
          </p:cNvSpPr>
          <p:nvPr>
            <p:ph type="body" sz="quarter" idx="31" hasCustomPrompt="1"/>
          </p:nvPr>
        </p:nvSpPr>
        <p:spPr>
          <a:xfrm>
            <a:off x="509588" y="38174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27" name="Text Placeholder 7">
            <a:extLst>
              <a:ext uri="{FF2B5EF4-FFF2-40B4-BE49-F238E27FC236}">
                <a16:creationId xmlns:a16="http://schemas.microsoft.com/office/drawing/2014/main" id="{6ACFFE69-15A9-487F-8FA4-4E14F0B61A53}"/>
              </a:ext>
            </a:extLst>
          </p:cNvPr>
          <p:cNvSpPr>
            <a:spLocks noGrp="1"/>
          </p:cNvSpPr>
          <p:nvPr>
            <p:ph type="body" sz="quarter" idx="32" hasCustomPrompt="1"/>
          </p:nvPr>
        </p:nvSpPr>
        <p:spPr>
          <a:xfrm>
            <a:off x="3145479" y="38174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28" name="Text Placeholder 7">
            <a:extLst>
              <a:ext uri="{FF2B5EF4-FFF2-40B4-BE49-F238E27FC236}">
                <a16:creationId xmlns:a16="http://schemas.microsoft.com/office/drawing/2014/main" id="{1FB81596-48BA-4359-88E6-7F2C6B3CF463}"/>
              </a:ext>
            </a:extLst>
          </p:cNvPr>
          <p:cNvSpPr>
            <a:spLocks noGrp="1"/>
          </p:cNvSpPr>
          <p:nvPr>
            <p:ph type="body" sz="quarter" idx="33" hasCustomPrompt="1"/>
          </p:nvPr>
        </p:nvSpPr>
        <p:spPr>
          <a:xfrm>
            <a:off x="6100912" y="38174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29" name="Text Placeholder 7">
            <a:extLst>
              <a:ext uri="{FF2B5EF4-FFF2-40B4-BE49-F238E27FC236}">
                <a16:creationId xmlns:a16="http://schemas.microsoft.com/office/drawing/2014/main" id="{5CDF8EA0-7409-4EEC-84A9-99386E2DA0B7}"/>
              </a:ext>
            </a:extLst>
          </p:cNvPr>
          <p:cNvSpPr>
            <a:spLocks noGrp="1"/>
          </p:cNvSpPr>
          <p:nvPr>
            <p:ph type="body" sz="quarter" idx="34" hasCustomPrompt="1"/>
          </p:nvPr>
        </p:nvSpPr>
        <p:spPr>
          <a:xfrm>
            <a:off x="8864823" y="3817441"/>
            <a:ext cx="2472758" cy="1160960"/>
          </a:xfrm>
          <a:prstGeom prst="rect">
            <a:avLst/>
          </a:prstGeom>
          <a:ln>
            <a:noFill/>
          </a:ln>
        </p:spPr>
        <p:txBody>
          <a:bodyPr anchor="b" anchorCtr="0">
            <a:normAutofit/>
          </a:bodyPr>
          <a:lstStyle>
            <a:lvl1pPr algn="l">
              <a:lnSpc>
                <a:spcPct val="80000"/>
              </a:lnSpc>
              <a:defRPr sz="8000" b="0">
                <a:solidFill>
                  <a:schemeClr val="accent1"/>
                </a:solidFill>
                <a:latin typeface="+mj-lt"/>
              </a:defRPr>
            </a:lvl1pPr>
            <a:lvl2pPr algn="ctr">
              <a:defRPr sz="1800">
                <a:solidFill>
                  <a:schemeClr val="accent1"/>
                </a:solidFill>
              </a:defRPr>
            </a:lvl2pPr>
          </a:lstStyle>
          <a:p>
            <a:pPr lvl="0"/>
            <a:r>
              <a:rPr lang="en-US" dirty="0"/>
              <a:t>000</a:t>
            </a:r>
          </a:p>
        </p:txBody>
      </p:sp>
      <p:sp>
        <p:nvSpPr>
          <p:cNvPr id="30" name="Text Placeholder 16">
            <a:extLst>
              <a:ext uri="{FF2B5EF4-FFF2-40B4-BE49-F238E27FC236}">
                <a16:creationId xmlns:a16="http://schemas.microsoft.com/office/drawing/2014/main" id="{24718102-A97F-483B-A9E6-474C8018ADA9}"/>
              </a:ext>
            </a:extLst>
          </p:cNvPr>
          <p:cNvSpPr>
            <a:spLocks noGrp="1"/>
          </p:cNvSpPr>
          <p:nvPr>
            <p:ph type="body" sz="quarter" idx="35" hasCustomPrompt="1"/>
          </p:nvPr>
        </p:nvSpPr>
        <p:spPr>
          <a:xfrm>
            <a:off x="31384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p>
        </p:txBody>
      </p:sp>
      <p:sp>
        <p:nvSpPr>
          <p:cNvPr id="31" name="Text Placeholder 16">
            <a:extLst>
              <a:ext uri="{FF2B5EF4-FFF2-40B4-BE49-F238E27FC236}">
                <a16:creationId xmlns:a16="http://schemas.microsoft.com/office/drawing/2014/main" id="{AA260A7C-8FFD-4C6E-91CE-B0470195A70D}"/>
              </a:ext>
            </a:extLst>
          </p:cNvPr>
          <p:cNvSpPr>
            <a:spLocks noGrp="1"/>
          </p:cNvSpPr>
          <p:nvPr>
            <p:ph type="body" sz="quarter" idx="36" hasCustomPrompt="1"/>
          </p:nvPr>
        </p:nvSpPr>
        <p:spPr>
          <a:xfrm>
            <a:off x="60975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
        <p:nvSpPr>
          <p:cNvPr id="32" name="Text Placeholder 16">
            <a:extLst>
              <a:ext uri="{FF2B5EF4-FFF2-40B4-BE49-F238E27FC236}">
                <a16:creationId xmlns:a16="http://schemas.microsoft.com/office/drawing/2014/main" id="{1E55353B-A437-4DD1-85DB-2956FF65DD04}"/>
              </a:ext>
            </a:extLst>
          </p:cNvPr>
          <p:cNvSpPr>
            <a:spLocks noGrp="1"/>
          </p:cNvSpPr>
          <p:nvPr>
            <p:ph type="body" sz="quarter" idx="37" hasCustomPrompt="1"/>
          </p:nvPr>
        </p:nvSpPr>
        <p:spPr>
          <a:xfrm>
            <a:off x="8878888" y="5021757"/>
            <a:ext cx="2436135" cy="853084"/>
          </a:xfrm>
        </p:spPr>
        <p:txBody>
          <a:bodyPr>
            <a:noAutofit/>
          </a:bodyPr>
          <a:lstStyle>
            <a:lvl1pPr>
              <a:spcAft>
                <a:spcPts val="0"/>
              </a:spcAft>
              <a:defRPr sz="1600" b="0"/>
            </a:lvl1pPr>
            <a:lvl2pPr>
              <a:spcAft>
                <a:spcPts val="0"/>
              </a:spcAft>
              <a:defRPr sz="1600"/>
            </a:lvl2pPr>
            <a:lvl3pPr>
              <a:defRPr sz="1200"/>
            </a:lvl3pPr>
            <a:lvl4pPr>
              <a:defRPr sz="1200"/>
            </a:lvl4pPr>
            <a:lvl5pPr>
              <a:defRPr sz="1200"/>
            </a:lvl5pPr>
          </a:lstStyle>
          <a:p>
            <a:pPr lvl="0"/>
            <a:r>
              <a:rPr lang="en-US" dirty="0"/>
              <a:t>Click to edit master text styles</a:t>
            </a:r>
            <a:endParaRPr lang="en-GB" dirty="0"/>
          </a:p>
        </p:txBody>
      </p:sp>
    </p:spTree>
    <p:extLst>
      <p:ext uri="{BB962C8B-B14F-4D97-AF65-F5344CB8AC3E}">
        <p14:creationId xmlns:p14="http://schemas.microsoft.com/office/powerpoint/2010/main" val="331280018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ata Visualis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1042210"/>
          </a:xfrm>
        </p:spPr>
        <p:txBody>
          <a:bodyPr/>
          <a:lstStyle>
            <a:lvl1pPr>
              <a:defRPr>
                <a:solidFill>
                  <a:schemeClr val="accent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E65C735-A6B7-4D08-A373-9E0251A2E8E0}"/>
              </a:ext>
            </a:extLst>
          </p:cNvPr>
          <p:cNvSpPr>
            <a:spLocks noGrp="1"/>
          </p:cNvSpPr>
          <p:nvPr>
            <p:ph sz="half" idx="1" hasCustomPrompt="1"/>
          </p:nvPr>
        </p:nvSpPr>
        <p:spPr>
          <a:xfrm>
            <a:off x="509588" y="1930399"/>
            <a:ext cx="5040312" cy="3992563"/>
          </a:xfrm>
        </p:spPr>
        <p:txBody>
          <a:bodyPr>
            <a:noAutofit/>
          </a:bodyPr>
          <a:lstStyle>
            <a:lvl1pPr>
              <a:spcBef>
                <a:spcPts val="0"/>
              </a:spcBef>
              <a:spcAft>
                <a:spcPts val="1000"/>
              </a:spcAft>
              <a:defRPr sz="1200">
                <a:solidFill>
                  <a:schemeClr val="tx1"/>
                </a:solidFill>
              </a:defRPr>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4" name="Chart Placeholder 9">
            <a:extLst>
              <a:ext uri="{FF2B5EF4-FFF2-40B4-BE49-F238E27FC236}">
                <a16:creationId xmlns:a16="http://schemas.microsoft.com/office/drawing/2014/main" id="{DAECC3BB-18DA-4D76-85E1-ADD9AEF7AC85}"/>
              </a:ext>
            </a:extLst>
          </p:cNvPr>
          <p:cNvSpPr>
            <a:spLocks noGrp="1"/>
          </p:cNvSpPr>
          <p:nvPr>
            <p:ph type="chart" sz="quarter" idx="13"/>
          </p:nvPr>
        </p:nvSpPr>
        <p:spPr>
          <a:xfrm>
            <a:off x="6329363" y="520700"/>
            <a:ext cx="2468562" cy="2641600"/>
          </a:xfrm>
        </p:spPr>
        <p:txBody>
          <a:bodyPr/>
          <a:lstStyle/>
          <a:p>
            <a:endParaRPr lang="en-GB"/>
          </a:p>
        </p:txBody>
      </p:sp>
      <p:sp>
        <p:nvSpPr>
          <p:cNvPr id="16" name="Chart Placeholder 9">
            <a:extLst>
              <a:ext uri="{FF2B5EF4-FFF2-40B4-BE49-F238E27FC236}">
                <a16:creationId xmlns:a16="http://schemas.microsoft.com/office/drawing/2014/main" id="{7287BDA4-D017-4094-949B-AA7D2FECDB09}"/>
              </a:ext>
            </a:extLst>
          </p:cNvPr>
          <p:cNvSpPr>
            <a:spLocks noGrp="1"/>
          </p:cNvSpPr>
          <p:nvPr>
            <p:ph type="chart" sz="quarter" idx="14"/>
          </p:nvPr>
        </p:nvSpPr>
        <p:spPr>
          <a:xfrm>
            <a:off x="9288463" y="520700"/>
            <a:ext cx="2468562" cy="2641600"/>
          </a:xfrm>
        </p:spPr>
        <p:txBody>
          <a:bodyPr/>
          <a:lstStyle/>
          <a:p>
            <a:endParaRPr lang="en-GB"/>
          </a:p>
        </p:txBody>
      </p:sp>
      <p:sp>
        <p:nvSpPr>
          <p:cNvPr id="20" name="Chart Placeholder 9">
            <a:extLst>
              <a:ext uri="{FF2B5EF4-FFF2-40B4-BE49-F238E27FC236}">
                <a16:creationId xmlns:a16="http://schemas.microsoft.com/office/drawing/2014/main" id="{B84BF969-0B68-412E-B35C-1503D4224D54}"/>
              </a:ext>
            </a:extLst>
          </p:cNvPr>
          <p:cNvSpPr>
            <a:spLocks noGrp="1"/>
          </p:cNvSpPr>
          <p:nvPr>
            <p:ph type="chart" sz="quarter" idx="15"/>
          </p:nvPr>
        </p:nvSpPr>
        <p:spPr>
          <a:xfrm>
            <a:off x="6329363" y="3379305"/>
            <a:ext cx="2468562" cy="2641600"/>
          </a:xfrm>
        </p:spPr>
        <p:txBody>
          <a:bodyPr/>
          <a:lstStyle/>
          <a:p>
            <a:endParaRPr lang="en-GB"/>
          </a:p>
        </p:txBody>
      </p:sp>
      <p:sp>
        <p:nvSpPr>
          <p:cNvPr id="21" name="Chart Placeholder 9">
            <a:extLst>
              <a:ext uri="{FF2B5EF4-FFF2-40B4-BE49-F238E27FC236}">
                <a16:creationId xmlns:a16="http://schemas.microsoft.com/office/drawing/2014/main" id="{B05C28A9-D5ED-45B1-A56F-84DE6A66BA50}"/>
              </a:ext>
            </a:extLst>
          </p:cNvPr>
          <p:cNvSpPr>
            <a:spLocks noGrp="1"/>
          </p:cNvSpPr>
          <p:nvPr>
            <p:ph type="chart" sz="quarter" idx="16"/>
          </p:nvPr>
        </p:nvSpPr>
        <p:spPr>
          <a:xfrm>
            <a:off x="9288463" y="3379305"/>
            <a:ext cx="2468562" cy="2641600"/>
          </a:xfrm>
        </p:spPr>
        <p:txBody>
          <a:bodyPr/>
          <a:lstStyle/>
          <a:p>
            <a:endParaRPr lang="en-GB"/>
          </a:p>
        </p:txBody>
      </p:sp>
      <p:sp>
        <p:nvSpPr>
          <p:cNvPr id="22" name="Text Placeholder 14">
            <a:extLst>
              <a:ext uri="{FF2B5EF4-FFF2-40B4-BE49-F238E27FC236}">
                <a16:creationId xmlns:a16="http://schemas.microsoft.com/office/drawing/2014/main" id="{CED1EAAB-25AC-4C8B-B86B-7EE2EB7018BF}"/>
              </a:ext>
            </a:extLst>
          </p:cNvPr>
          <p:cNvSpPr>
            <a:spLocks noGrp="1"/>
          </p:cNvSpPr>
          <p:nvPr>
            <p:ph type="body" sz="quarter" idx="17"/>
          </p:nvPr>
        </p:nvSpPr>
        <p:spPr>
          <a:xfrm>
            <a:off x="6329363" y="6121400"/>
            <a:ext cx="5353050" cy="362546"/>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2483435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ata Visualisa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E7E5-07DE-4C34-9C38-364581DB4F89}"/>
              </a:ext>
            </a:extLst>
          </p:cNvPr>
          <p:cNvSpPr>
            <a:spLocks noGrp="1"/>
          </p:cNvSpPr>
          <p:nvPr>
            <p:ph type="title" hasCustomPrompt="1"/>
          </p:nvPr>
        </p:nvSpPr>
        <p:spPr>
          <a:xfrm>
            <a:off x="510363" y="418290"/>
            <a:ext cx="5039537" cy="1042210"/>
          </a:xfrm>
        </p:spPr>
        <p:txBody>
          <a:bodyPr/>
          <a:lstStyle/>
          <a:p>
            <a:r>
              <a:rPr lang="en-US" dirty="0"/>
              <a:t>Click to edit master title style</a:t>
            </a:r>
            <a:endParaRPr lang="en-GB" dirty="0"/>
          </a:p>
        </p:txBody>
      </p:sp>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24" name="Content Placeholder 2">
            <a:extLst>
              <a:ext uri="{FF2B5EF4-FFF2-40B4-BE49-F238E27FC236}">
                <a16:creationId xmlns:a16="http://schemas.microsoft.com/office/drawing/2014/main" id="{627AE446-FCF3-4C82-8180-F8A0CC97E111}"/>
              </a:ext>
            </a:extLst>
          </p:cNvPr>
          <p:cNvSpPr>
            <a:spLocks noGrp="1"/>
          </p:cNvSpPr>
          <p:nvPr>
            <p:ph sz="half" idx="1" hasCustomPrompt="1"/>
          </p:nvPr>
        </p:nvSpPr>
        <p:spPr>
          <a:xfrm>
            <a:off x="509588" y="1823047"/>
            <a:ext cx="5586412" cy="488353"/>
          </a:xfrm>
        </p:spPr>
        <p:txBody>
          <a:bodyPr>
            <a:noAutofit/>
          </a:bodyPr>
          <a:lstStyle>
            <a:lvl1pPr>
              <a:spcBef>
                <a:spcPts val="0"/>
              </a:spcBef>
              <a:spcAft>
                <a:spcPts val="0"/>
              </a:spcAft>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25" name="Chart Placeholder 9">
            <a:extLst>
              <a:ext uri="{FF2B5EF4-FFF2-40B4-BE49-F238E27FC236}">
                <a16:creationId xmlns:a16="http://schemas.microsoft.com/office/drawing/2014/main" id="{8DAD121A-8763-4E4C-84AC-F61D1DEA0C0E}"/>
              </a:ext>
            </a:extLst>
          </p:cNvPr>
          <p:cNvSpPr>
            <a:spLocks noGrp="1"/>
          </p:cNvSpPr>
          <p:nvPr>
            <p:ph type="chart" sz="quarter" idx="13"/>
          </p:nvPr>
        </p:nvSpPr>
        <p:spPr>
          <a:xfrm>
            <a:off x="510362" y="2311399"/>
            <a:ext cx="5585637" cy="3611563"/>
          </a:xfrm>
        </p:spPr>
        <p:txBody>
          <a:bodyPr/>
          <a:lstStyle/>
          <a:p>
            <a:endParaRPr lang="en-GB" dirty="0"/>
          </a:p>
        </p:txBody>
      </p:sp>
      <p:sp>
        <p:nvSpPr>
          <p:cNvPr id="26" name="Chart Placeholder 9">
            <a:extLst>
              <a:ext uri="{FF2B5EF4-FFF2-40B4-BE49-F238E27FC236}">
                <a16:creationId xmlns:a16="http://schemas.microsoft.com/office/drawing/2014/main" id="{CE718BD2-508A-4CC1-ADB3-16B7F366DD95}"/>
              </a:ext>
            </a:extLst>
          </p:cNvPr>
          <p:cNvSpPr>
            <a:spLocks noGrp="1"/>
          </p:cNvSpPr>
          <p:nvPr>
            <p:ph type="chart" sz="quarter" idx="15"/>
          </p:nvPr>
        </p:nvSpPr>
        <p:spPr>
          <a:xfrm>
            <a:off x="6605587" y="2311400"/>
            <a:ext cx="5076826" cy="3611563"/>
          </a:xfrm>
        </p:spPr>
        <p:txBody>
          <a:bodyPr/>
          <a:lstStyle/>
          <a:p>
            <a:endParaRPr lang="en-GB" dirty="0"/>
          </a:p>
        </p:txBody>
      </p:sp>
      <p:sp>
        <p:nvSpPr>
          <p:cNvPr id="27" name="Text Placeholder 14">
            <a:extLst>
              <a:ext uri="{FF2B5EF4-FFF2-40B4-BE49-F238E27FC236}">
                <a16:creationId xmlns:a16="http://schemas.microsoft.com/office/drawing/2014/main" id="{349085DE-B998-4588-B501-40BB9678C62D}"/>
              </a:ext>
            </a:extLst>
          </p:cNvPr>
          <p:cNvSpPr>
            <a:spLocks noGrp="1"/>
          </p:cNvSpPr>
          <p:nvPr>
            <p:ph type="body" sz="quarter" idx="17" hasCustomPrompt="1"/>
          </p:nvPr>
        </p:nvSpPr>
        <p:spPr>
          <a:xfrm>
            <a:off x="6605588" y="6022010"/>
            <a:ext cx="507492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28" name="Content Placeholder 2">
            <a:extLst>
              <a:ext uri="{FF2B5EF4-FFF2-40B4-BE49-F238E27FC236}">
                <a16:creationId xmlns:a16="http://schemas.microsoft.com/office/drawing/2014/main" id="{BDCD416E-3113-41B7-AE8C-962724B4F186}"/>
              </a:ext>
            </a:extLst>
          </p:cNvPr>
          <p:cNvSpPr>
            <a:spLocks noGrp="1"/>
          </p:cNvSpPr>
          <p:nvPr>
            <p:ph sz="half" idx="18" hasCustomPrompt="1"/>
          </p:nvPr>
        </p:nvSpPr>
        <p:spPr>
          <a:xfrm>
            <a:off x="6605587" y="1823047"/>
            <a:ext cx="5076825" cy="488353"/>
          </a:xfrm>
        </p:spPr>
        <p:txBody>
          <a:bodyPr>
            <a:noAutofit/>
          </a:bodyPr>
          <a:lstStyle>
            <a:lvl1pPr>
              <a:spcBef>
                <a:spcPts val="0"/>
              </a:spcBef>
              <a:spcAft>
                <a:spcPts val="0"/>
              </a:spcAft>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29" name="Text Placeholder 14">
            <a:extLst>
              <a:ext uri="{FF2B5EF4-FFF2-40B4-BE49-F238E27FC236}">
                <a16:creationId xmlns:a16="http://schemas.microsoft.com/office/drawing/2014/main" id="{82CADD22-456E-43AC-AAF5-86C77DCB3CBE}"/>
              </a:ext>
            </a:extLst>
          </p:cNvPr>
          <p:cNvSpPr>
            <a:spLocks noGrp="1"/>
          </p:cNvSpPr>
          <p:nvPr>
            <p:ph type="body" sz="quarter" idx="19" hasCustomPrompt="1"/>
          </p:nvPr>
        </p:nvSpPr>
        <p:spPr>
          <a:xfrm>
            <a:off x="5254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79988054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7" name="Chart Placeholder 9">
            <a:extLst>
              <a:ext uri="{FF2B5EF4-FFF2-40B4-BE49-F238E27FC236}">
                <a16:creationId xmlns:a16="http://schemas.microsoft.com/office/drawing/2014/main" id="{C8D0138D-E391-4CA1-B8A7-6221330E6639}"/>
              </a:ext>
            </a:extLst>
          </p:cNvPr>
          <p:cNvSpPr>
            <a:spLocks noGrp="1"/>
          </p:cNvSpPr>
          <p:nvPr>
            <p:ph type="chart" sz="quarter" idx="13"/>
          </p:nvPr>
        </p:nvSpPr>
        <p:spPr>
          <a:xfrm>
            <a:off x="510362" y="1824634"/>
            <a:ext cx="5341163" cy="4098328"/>
          </a:xfrm>
        </p:spPr>
        <p:txBody>
          <a:bodyPr/>
          <a:lstStyle/>
          <a:p>
            <a:endParaRPr lang="en-GB" dirty="0"/>
          </a:p>
        </p:txBody>
      </p:sp>
      <p:sp>
        <p:nvSpPr>
          <p:cNvPr id="18" name="Chart Placeholder 9">
            <a:extLst>
              <a:ext uri="{FF2B5EF4-FFF2-40B4-BE49-F238E27FC236}">
                <a16:creationId xmlns:a16="http://schemas.microsoft.com/office/drawing/2014/main" id="{9A6B0C10-0319-4919-85F2-14F281891EE3}"/>
              </a:ext>
            </a:extLst>
          </p:cNvPr>
          <p:cNvSpPr>
            <a:spLocks noGrp="1"/>
          </p:cNvSpPr>
          <p:nvPr>
            <p:ph type="chart" sz="quarter" idx="15"/>
          </p:nvPr>
        </p:nvSpPr>
        <p:spPr>
          <a:xfrm>
            <a:off x="6340477" y="1824635"/>
            <a:ext cx="5341936" cy="4098328"/>
          </a:xfrm>
        </p:spPr>
        <p:txBody>
          <a:bodyPr/>
          <a:lstStyle/>
          <a:p>
            <a:endParaRPr lang="en-GB" dirty="0"/>
          </a:p>
        </p:txBody>
      </p:sp>
      <p:sp>
        <p:nvSpPr>
          <p:cNvPr id="19" name="Text Placeholder 14">
            <a:extLst>
              <a:ext uri="{FF2B5EF4-FFF2-40B4-BE49-F238E27FC236}">
                <a16:creationId xmlns:a16="http://schemas.microsoft.com/office/drawing/2014/main" id="{211B140B-5DA1-461C-B487-0966B09F8806}"/>
              </a:ext>
            </a:extLst>
          </p:cNvPr>
          <p:cNvSpPr>
            <a:spLocks noGrp="1"/>
          </p:cNvSpPr>
          <p:nvPr>
            <p:ph type="body" sz="quarter" idx="17" hasCustomPrompt="1"/>
          </p:nvPr>
        </p:nvSpPr>
        <p:spPr>
          <a:xfrm>
            <a:off x="63293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21" name="Text Placeholder 14">
            <a:extLst>
              <a:ext uri="{FF2B5EF4-FFF2-40B4-BE49-F238E27FC236}">
                <a16:creationId xmlns:a16="http://schemas.microsoft.com/office/drawing/2014/main" id="{5F643048-CB2F-4B07-9CA8-E0B00E159D62}"/>
              </a:ext>
            </a:extLst>
          </p:cNvPr>
          <p:cNvSpPr>
            <a:spLocks noGrp="1"/>
          </p:cNvSpPr>
          <p:nvPr>
            <p:ph type="body" sz="quarter" idx="19" hasCustomPrompt="1"/>
          </p:nvPr>
        </p:nvSpPr>
        <p:spPr>
          <a:xfrm>
            <a:off x="525463" y="6022010"/>
            <a:ext cx="5353050" cy="362546"/>
          </a:xfrm>
        </p:spPr>
        <p:txBody>
          <a:bodyPr>
            <a:noAutofit/>
          </a:bodyPr>
          <a:lstStyle>
            <a:lvl1pPr>
              <a:spcBef>
                <a:spcPts val="0"/>
              </a:spcBef>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4" name="Content Placeholder 2">
            <a:extLst>
              <a:ext uri="{FF2B5EF4-FFF2-40B4-BE49-F238E27FC236}">
                <a16:creationId xmlns:a16="http://schemas.microsoft.com/office/drawing/2014/main" id="{DA0532DF-612A-41FC-B075-99D2EE49BDAB}"/>
              </a:ext>
            </a:extLst>
          </p:cNvPr>
          <p:cNvSpPr>
            <a:spLocks noGrp="1"/>
          </p:cNvSpPr>
          <p:nvPr>
            <p:ph sz="half" idx="1" hasCustomPrompt="1"/>
          </p:nvPr>
        </p:nvSpPr>
        <p:spPr>
          <a:xfrm>
            <a:off x="509588" y="1256728"/>
            <a:ext cx="5341904"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
        <p:nvSpPr>
          <p:cNvPr id="15" name="Content Placeholder 2">
            <a:extLst>
              <a:ext uri="{FF2B5EF4-FFF2-40B4-BE49-F238E27FC236}">
                <a16:creationId xmlns:a16="http://schemas.microsoft.com/office/drawing/2014/main" id="{299AE8A5-3719-45AA-9EE1-A9057FFDFB6F}"/>
              </a:ext>
            </a:extLst>
          </p:cNvPr>
          <p:cNvSpPr>
            <a:spLocks noGrp="1"/>
          </p:cNvSpPr>
          <p:nvPr>
            <p:ph sz="half" idx="18" hasCustomPrompt="1"/>
          </p:nvPr>
        </p:nvSpPr>
        <p:spPr>
          <a:xfrm>
            <a:off x="6342385" y="1256728"/>
            <a:ext cx="5340028" cy="488353"/>
          </a:xfrm>
        </p:spPr>
        <p:txBody>
          <a:bodyPr>
            <a:noAutofit/>
          </a:bodyPr>
          <a:lstStyle>
            <a:lvl1pPr>
              <a:spcBef>
                <a:spcPts val="300"/>
              </a:spcBef>
              <a:spcAft>
                <a:spcPts val="0"/>
              </a:spcAft>
              <a:defRPr sz="1200">
                <a:solidFill>
                  <a:schemeClr val="tx1"/>
                </a:solidFill>
              </a:defRPr>
            </a:lvl1pPr>
            <a:lvl2pPr>
              <a:spcBef>
                <a:spcPts val="300"/>
              </a:spcBef>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0275129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3" name="Text Placeholder 14">
            <a:extLst>
              <a:ext uri="{FF2B5EF4-FFF2-40B4-BE49-F238E27FC236}">
                <a16:creationId xmlns:a16="http://schemas.microsoft.com/office/drawing/2014/main" id="{8C038FDD-229F-41E5-89DC-D6093FFDA674}"/>
              </a:ext>
            </a:extLst>
          </p:cNvPr>
          <p:cNvSpPr>
            <a:spLocks noGrp="1"/>
          </p:cNvSpPr>
          <p:nvPr>
            <p:ph type="body" sz="quarter" idx="19" hasCustomPrompt="1"/>
          </p:nvPr>
        </p:nvSpPr>
        <p:spPr>
          <a:xfrm>
            <a:off x="4677048" y="5355214"/>
            <a:ext cx="7000601" cy="869017"/>
          </a:xfrm>
        </p:spPr>
        <p:txBody>
          <a:bodyPr>
            <a:noAutofit/>
          </a:bodyPr>
          <a:lstStyle>
            <a:lvl1pPr>
              <a:defRPr sz="1000"/>
            </a:lvl1pPr>
            <a:lvl2pPr>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
        <p:nvSpPr>
          <p:cNvPr id="17" name="Chart Placeholder 24">
            <a:extLst>
              <a:ext uri="{FF2B5EF4-FFF2-40B4-BE49-F238E27FC236}">
                <a16:creationId xmlns:a16="http://schemas.microsoft.com/office/drawing/2014/main" id="{70CDC054-52C8-4636-9220-EB2BCF7EEB84}"/>
              </a:ext>
            </a:extLst>
          </p:cNvPr>
          <p:cNvSpPr>
            <a:spLocks noGrp="1"/>
          </p:cNvSpPr>
          <p:nvPr>
            <p:ph type="chart" sz="quarter" idx="13"/>
          </p:nvPr>
        </p:nvSpPr>
        <p:spPr>
          <a:xfrm>
            <a:off x="4677047" y="1285875"/>
            <a:ext cx="7005365" cy="4005263"/>
          </a:xfrm>
        </p:spPr>
        <p:txBody>
          <a:bodyPr/>
          <a:lstStyle/>
          <a:p>
            <a:endParaRPr lang="en-GB" dirty="0"/>
          </a:p>
        </p:txBody>
      </p:sp>
      <p:sp>
        <p:nvSpPr>
          <p:cNvPr id="8" name="Content Placeholder">
            <a:extLst>
              <a:ext uri="{FF2B5EF4-FFF2-40B4-BE49-F238E27FC236}">
                <a16:creationId xmlns:a16="http://schemas.microsoft.com/office/drawing/2014/main" id="{80C69300-62C8-430B-A75E-56BF6565D9D5}"/>
              </a:ext>
            </a:extLst>
          </p:cNvPr>
          <p:cNvSpPr>
            <a:spLocks noGrp="1"/>
          </p:cNvSpPr>
          <p:nvPr>
            <p:ph idx="1" hasCustomPrompt="1"/>
          </p:nvPr>
        </p:nvSpPr>
        <p:spPr>
          <a:xfrm>
            <a:off x="510364" y="1285875"/>
            <a:ext cx="3264711" cy="4658517"/>
          </a:xfrm>
        </p:spPr>
        <p:txBody>
          <a:bodyPr>
            <a:noAutofit/>
          </a:bodyPr>
          <a:lstStyle>
            <a:lvl1pPr>
              <a:defRPr sz="1600" b="1">
                <a:solidFill>
                  <a:schemeClr val="accent1"/>
                </a:solidFill>
              </a:defRPr>
            </a:lvl1pPr>
            <a:lvl2pPr>
              <a:defRPr sz="1600"/>
            </a:lvl2pPr>
            <a:lvl3pPr marL="0" indent="0">
              <a:buNone/>
              <a:defRPr sz="1200" b="1"/>
            </a:lvl3pPr>
            <a:lvl4pPr marL="180975" indent="-180975">
              <a:defRPr sz="1200"/>
            </a:lvl4pPr>
            <a:lvl5pPr marL="355600" indent="-180975">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2724121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Two charts with tex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D2F1BAF-72D7-4BD0-871E-2DA219ADBEA2}"/>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7" name="Slide Number Placeholder 6">
            <a:extLst>
              <a:ext uri="{FF2B5EF4-FFF2-40B4-BE49-F238E27FC236}">
                <a16:creationId xmlns:a16="http://schemas.microsoft.com/office/drawing/2014/main" id="{D9D77896-5709-4408-9AEA-F5DB58A25CB1}"/>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4" name="Title 3">
            <a:extLst>
              <a:ext uri="{FF2B5EF4-FFF2-40B4-BE49-F238E27FC236}">
                <a16:creationId xmlns:a16="http://schemas.microsoft.com/office/drawing/2014/main" id="{F2D62C3F-4056-4646-B7E5-67D13A247EA1}"/>
              </a:ext>
            </a:extLst>
          </p:cNvPr>
          <p:cNvSpPr>
            <a:spLocks noGrp="1"/>
          </p:cNvSpPr>
          <p:nvPr>
            <p:ph type="title" hasCustomPrompt="1"/>
          </p:nvPr>
        </p:nvSpPr>
        <p:spPr/>
        <p:txBody>
          <a:bodyPr/>
          <a:lstStyle/>
          <a:p>
            <a:r>
              <a:rPr lang="en-US" dirty="0"/>
              <a:t>Click to edit master title style</a:t>
            </a:r>
            <a:endParaRPr lang="en-GB" dirty="0"/>
          </a:p>
        </p:txBody>
      </p:sp>
      <p:sp>
        <p:nvSpPr>
          <p:cNvPr id="10" name="Chart Placeholder 24">
            <a:extLst>
              <a:ext uri="{FF2B5EF4-FFF2-40B4-BE49-F238E27FC236}">
                <a16:creationId xmlns:a16="http://schemas.microsoft.com/office/drawing/2014/main" id="{C5209A10-BD83-4A5C-A247-A82E8191B9CC}"/>
              </a:ext>
            </a:extLst>
          </p:cNvPr>
          <p:cNvSpPr>
            <a:spLocks noGrp="1"/>
          </p:cNvSpPr>
          <p:nvPr>
            <p:ph type="chart" sz="quarter" idx="13"/>
          </p:nvPr>
        </p:nvSpPr>
        <p:spPr>
          <a:xfrm>
            <a:off x="4241800" y="1285875"/>
            <a:ext cx="3606524" cy="2143125"/>
          </a:xfrm>
        </p:spPr>
        <p:txBody>
          <a:bodyPr/>
          <a:lstStyle/>
          <a:p>
            <a:endParaRPr lang="en-GB" dirty="0"/>
          </a:p>
        </p:txBody>
      </p:sp>
      <p:sp>
        <p:nvSpPr>
          <p:cNvPr id="11" name="Content Placeholder">
            <a:extLst>
              <a:ext uri="{FF2B5EF4-FFF2-40B4-BE49-F238E27FC236}">
                <a16:creationId xmlns:a16="http://schemas.microsoft.com/office/drawing/2014/main" id="{30370625-F030-4E79-938E-F22FB66D6A12}"/>
              </a:ext>
            </a:extLst>
          </p:cNvPr>
          <p:cNvSpPr>
            <a:spLocks noGrp="1"/>
          </p:cNvSpPr>
          <p:nvPr>
            <p:ph idx="1" hasCustomPrompt="1"/>
          </p:nvPr>
        </p:nvSpPr>
        <p:spPr>
          <a:xfrm>
            <a:off x="510364" y="1285875"/>
            <a:ext cx="3264711" cy="4658517"/>
          </a:xfrm>
        </p:spPr>
        <p:txBody>
          <a:bodyPr>
            <a:noAutofit/>
          </a:bodyPr>
          <a:lstStyle>
            <a:lvl1pPr>
              <a:defRPr sz="1600" b="1">
                <a:solidFill>
                  <a:schemeClr val="accent1"/>
                </a:solidFill>
              </a:defRPr>
            </a:lvl1pPr>
            <a:lvl2pPr>
              <a:defRPr sz="1600"/>
            </a:lvl2pPr>
            <a:lvl3pPr marL="0" indent="0">
              <a:buNone/>
              <a:defRPr sz="1200" b="1"/>
            </a:lvl3pPr>
            <a:lvl4pPr marL="180975" indent="-180975">
              <a:defRPr sz="1200"/>
            </a:lvl4pPr>
            <a:lvl5pPr marL="355600" indent="-180975">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Chart Placeholder 24">
            <a:extLst>
              <a:ext uri="{FF2B5EF4-FFF2-40B4-BE49-F238E27FC236}">
                <a16:creationId xmlns:a16="http://schemas.microsoft.com/office/drawing/2014/main" id="{7D23D4E2-B9BD-44CA-B095-1833F0EA8DDF}"/>
              </a:ext>
            </a:extLst>
          </p:cNvPr>
          <p:cNvSpPr>
            <a:spLocks noGrp="1"/>
          </p:cNvSpPr>
          <p:nvPr>
            <p:ph type="chart" sz="quarter" idx="20"/>
          </p:nvPr>
        </p:nvSpPr>
        <p:spPr>
          <a:xfrm>
            <a:off x="8075113" y="1285875"/>
            <a:ext cx="3606524" cy="2143125"/>
          </a:xfrm>
        </p:spPr>
        <p:txBody>
          <a:bodyPr/>
          <a:lstStyle/>
          <a:p>
            <a:endParaRPr lang="en-GB" dirty="0"/>
          </a:p>
        </p:txBody>
      </p:sp>
      <p:sp>
        <p:nvSpPr>
          <p:cNvPr id="13" name="Chart Placeholder 24">
            <a:extLst>
              <a:ext uri="{FF2B5EF4-FFF2-40B4-BE49-F238E27FC236}">
                <a16:creationId xmlns:a16="http://schemas.microsoft.com/office/drawing/2014/main" id="{5F885B6F-85A7-4FFA-9231-78EF26F675E3}"/>
              </a:ext>
            </a:extLst>
          </p:cNvPr>
          <p:cNvSpPr>
            <a:spLocks noGrp="1"/>
          </p:cNvSpPr>
          <p:nvPr>
            <p:ph type="chart" sz="quarter" idx="21"/>
          </p:nvPr>
        </p:nvSpPr>
        <p:spPr>
          <a:xfrm>
            <a:off x="4241800" y="3775075"/>
            <a:ext cx="3606524" cy="2143125"/>
          </a:xfrm>
        </p:spPr>
        <p:txBody>
          <a:bodyPr/>
          <a:lstStyle/>
          <a:p>
            <a:endParaRPr lang="en-GB" dirty="0"/>
          </a:p>
        </p:txBody>
      </p:sp>
      <p:sp>
        <p:nvSpPr>
          <p:cNvPr id="16" name="Chart Placeholder 24">
            <a:extLst>
              <a:ext uri="{FF2B5EF4-FFF2-40B4-BE49-F238E27FC236}">
                <a16:creationId xmlns:a16="http://schemas.microsoft.com/office/drawing/2014/main" id="{ACD4CC2D-B330-4375-A9B5-3B6F4923FA2B}"/>
              </a:ext>
            </a:extLst>
          </p:cNvPr>
          <p:cNvSpPr>
            <a:spLocks noGrp="1"/>
          </p:cNvSpPr>
          <p:nvPr>
            <p:ph type="chart" sz="quarter" idx="22"/>
          </p:nvPr>
        </p:nvSpPr>
        <p:spPr>
          <a:xfrm>
            <a:off x="8075113" y="3775075"/>
            <a:ext cx="3606524" cy="2143125"/>
          </a:xfrm>
        </p:spPr>
        <p:txBody>
          <a:bodyPr/>
          <a:lstStyle/>
          <a:p>
            <a:endParaRPr lang="en-GB" dirty="0"/>
          </a:p>
        </p:txBody>
      </p:sp>
      <p:sp>
        <p:nvSpPr>
          <p:cNvPr id="17" name="Text Placeholder 14">
            <a:extLst>
              <a:ext uri="{FF2B5EF4-FFF2-40B4-BE49-F238E27FC236}">
                <a16:creationId xmlns:a16="http://schemas.microsoft.com/office/drawing/2014/main" id="{70B75ECC-FA86-49E0-956A-CA29E3FCC9F0}"/>
              </a:ext>
            </a:extLst>
          </p:cNvPr>
          <p:cNvSpPr>
            <a:spLocks noGrp="1"/>
          </p:cNvSpPr>
          <p:nvPr>
            <p:ph type="body" sz="quarter" idx="19" hasCustomPrompt="1"/>
          </p:nvPr>
        </p:nvSpPr>
        <p:spPr>
          <a:xfrm>
            <a:off x="4241800" y="6004863"/>
            <a:ext cx="7435849" cy="352945"/>
          </a:xfrm>
        </p:spPr>
        <p:txBody>
          <a:bodyPr>
            <a:noAutofit/>
          </a:bodyPr>
          <a:lstStyle>
            <a:lvl1pPr>
              <a:defRPr sz="1000"/>
            </a:lvl1pPr>
            <a:lvl2pPr>
              <a:spcBef>
                <a:spcPts val="0"/>
              </a:spcBef>
              <a:defRPr sz="1000"/>
            </a:lvl2pPr>
            <a:lvl3pPr marL="0" indent="0">
              <a:buNone/>
              <a:defRPr sz="1000"/>
            </a:lvl3pPr>
            <a:lvl4pPr>
              <a:defRPr sz="1000"/>
            </a:lvl4pPr>
            <a:lvl5pPr>
              <a:defRPr sz="10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40085782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Tables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EE96-78AF-4B2A-820F-7C0A6E30A72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A0EA9BC6-4514-4F78-913F-AFD906E86A6F}"/>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44190D0-6B32-4008-87DB-1C66EBE237DF}"/>
              </a:ext>
            </a:extLst>
          </p:cNvPr>
          <p:cNvSpPr>
            <a:spLocks noGrp="1"/>
          </p:cNvSpPr>
          <p:nvPr>
            <p:ph type="sldNum" sz="quarter" idx="12"/>
          </p:nvPr>
        </p:nvSpPr>
        <p:spPr/>
        <p:txBody>
          <a:bodyPr/>
          <a:lstStyle/>
          <a:p>
            <a:fld id="{C01D6077-7623-46CE-922B-5B1B61F10384}" type="slidenum">
              <a:rPr lang="en-GB" smtClean="0"/>
              <a:pPr/>
              <a:t>‹#›</a:t>
            </a:fld>
            <a:endParaRPr lang="en-GB"/>
          </a:p>
        </p:txBody>
      </p:sp>
      <p:sp>
        <p:nvSpPr>
          <p:cNvPr id="8" name="Text Placeholder 7">
            <a:extLst>
              <a:ext uri="{FF2B5EF4-FFF2-40B4-BE49-F238E27FC236}">
                <a16:creationId xmlns:a16="http://schemas.microsoft.com/office/drawing/2014/main" id="{4C7F8148-0668-4FC8-8D42-56E5B3D1D6D8}"/>
              </a:ext>
            </a:extLst>
          </p:cNvPr>
          <p:cNvSpPr>
            <a:spLocks noGrp="1"/>
          </p:cNvSpPr>
          <p:nvPr>
            <p:ph type="body" sz="quarter" idx="13" hasCustomPrompt="1"/>
          </p:nvPr>
        </p:nvSpPr>
        <p:spPr>
          <a:xfrm>
            <a:off x="509588" y="1285875"/>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able Placeholder 9">
            <a:extLst>
              <a:ext uri="{FF2B5EF4-FFF2-40B4-BE49-F238E27FC236}">
                <a16:creationId xmlns:a16="http://schemas.microsoft.com/office/drawing/2014/main" id="{5FEE28FF-1060-4AC8-86E2-F9A1127989A9}"/>
              </a:ext>
            </a:extLst>
          </p:cNvPr>
          <p:cNvSpPr>
            <a:spLocks noGrp="1"/>
          </p:cNvSpPr>
          <p:nvPr>
            <p:ph type="tbl" sz="quarter" idx="14"/>
          </p:nvPr>
        </p:nvSpPr>
        <p:spPr>
          <a:xfrm>
            <a:off x="4457700" y="1285875"/>
            <a:ext cx="7200000" cy="2019300"/>
          </a:xfrm>
        </p:spPr>
        <p:txBody>
          <a:bodyPr/>
          <a:lstStyle/>
          <a:p>
            <a:endParaRPr lang="en-GB" dirty="0"/>
          </a:p>
        </p:txBody>
      </p:sp>
      <p:sp>
        <p:nvSpPr>
          <p:cNvPr id="11" name="Text Placeholder 7">
            <a:extLst>
              <a:ext uri="{FF2B5EF4-FFF2-40B4-BE49-F238E27FC236}">
                <a16:creationId xmlns:a16="http://schemas.microsoft.com/office/drawing/2014/main" id="{93AFE298-C10B-4E34-B969-E90415817F1F}"/>
              </a:ext>
            </a:extLst>
          </p:cNvPr>
          <p:cNvSpPr>
            <a:spLocks noGrp="1"/>
          </p:cNvSpPr>
          <p:nvPr>
            <p:ph type="body" sz="quarter" idx="15" hasCustomPrompt="1"/>
          </p:nvPr>
        </p:nvSpPr>
        <p:spPr>
          <a:xfrm>
            <a:off x="509588" y="3771900"/>
            <a:ext cx="3630612" cy="19272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able Placeholder 9">
            <a:extLst>
              <a:ext uri="{FF2B5EF4-FFF2-40B4-BE49-F238E27FC236}">
                <a16:creationId xmlns:a16="http://schemas.microsoft.com/office/drawing/2014/main" id="{79CEF084-05DF-4BAB-8BD1-FAF6D06BF39A}"/>
              </a:ext>
            </a:extLst>
          </p:cNvPr>
          <p:cNvSpPr>
            <a:spLocks noGrp="1"/>
          </p:cNvSpPr>
          <p:nvPr>
            <p:ph type="tbl" sz="quarter" idx="16"/>
          </p:nvPr>
        </p:nvSpPr>
        <p:spPr>
          <a:xfrm>
            <a:off x="4457700" y="3771900"/>
            <a:ext cx="7200000" cy="2019300"/>
          </a:xfrm>
        </p:spPr>
        <p:txBody>
          <a:bodyPr/>
          <a:lstStyle/>
          <a:p>
            <a:endParaRPr lang="en-GB" dirty="0"/>
          </a:p>
        </p:txBody>
      </p:sp>
    </p:spTree>
    <p:extLst>
      <p:ext uri="{BB962C8B-B14F-4D97-AF65-F5344CB8AC3E}">
        <p14:creationId xmlns:p14="http://schemas.microsoft.com/office/powerpoint/2010/main" val="358516334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9EE10E6F-82BF-4AF7-A063-CF398B16C037}"/>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9" name="Slide Number Placeholder 8">
            <a:extLst>
              <a:ext uri="{FF2B5EF4-FFF2-40B4-BE49-F238E27FC236}">
                <a16:creationId xmlns:a16="http://schemas.microsoft.com/office/drawing/2014/main" id="{F7300302-1266-4129-B498-914305B56BCB}"/>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10" name="Title 9">
            <a:extLst>
              <a:ext uri="{FF2B5EF4-FFF2-40B4-BE49-F238E27FC236}">
                <a16:creationId xmlns:a16="http://schemas.microsoft.com/office/drawing/2014/main" id="{1739DD1C-AF6C-48A8-A5AB-DF72E56D1773}"/>
              </a:ext>
            </a:extLst>
          </p:cNvPr>
          <p:cNvSpPr>
            <a:spLocks noGrp="1"/>
          </p:cNvSpPr>
          <p:nvPr>
            <p:ph type="title" hasCustomPrompt="1"/>
          </p:nvPr>
        </p:nvSpPr>
        <p:spPr/>
        <p:txBody>
          <a:bodyPr/>
          <a:lstStyle/>
          <a:p>
            <a:r>
              <a:rPr lang="en-US" dirty="0"/>
              <a:t>Click to edit master title style</a:t>
            </a:r>
            <a:endParaRPr lang="en-GB" dirty="0"/>
          </a:p>
        </p:txBody>
      </p:sp>
      <p:sp>
        <p:nvSpPr>
          <p:cNvPr id="11" name="Text Placeholder 2">
            <a:extLst>
              <a:ext uri="{FF2B5EF4-FFF2-40B4-BE49-F238E27FC236}">
                <a16:creationId xmlns:a16="http://schemas.microsoft.com/office/drawing/2014/main" id="{AAC953AA-B072-40A2-8254-A415DCC8E143}"/>
              </a:ext>
            </a:extLst>
          </p:cNvPr>
          <p:cNvSpPr>
            <a:spLocks noGrp="1"/>
          </p:cNvSpPr>
          <p:nvPr>
            <p:ph type="body" idx="1" hasCustomPrompt="1"/>
          </p:nvPr>
        </p:nvSpPr>
        <p:spPr>
          <a:xfrm>
            <a:off x="510363" y="1391602"/>
            <a:ext cx="5157787"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3">
            <a:extLst>
              <a:ext uri="{FF2B5EF4-FFF2-40B4-BE49-F238E27FC236}">
                <a16:creationId xmlns:a16="http://schemas.microsoft.com/office/drawing/2014/main" id="{EBFDFECB-E0F7-4D04-9CA7-41C47B61D1C3}"/>
              </a:ext>
            </a:extLst>
          </p:cNvPr>
          <p:cNvSpPr>
            <a:spLocks noGrp="1"/>
          </p:cNvSpPr>
          <p:nvPr>
            <p:ph sz="half" idx="2" hasCustomPrompt="1"/>
          </p:nvPr>
        </p:nvSpPr>
        <p:spPr>
          <a:xfrm>
            <a:off x="509588" y="1945955"/>
            <a:ext cx="5157787"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Text Placeholder 4">
            <a:extLst>
              <a:ext uri="{FF2B5EF4-FFF2-40B4-BE49-F238E27FC236}">
                <a16:creationId xmlns:a16="http://schemas.microsoft.com/office/drawing/2014/main" id="{ECDC22EC-8ECA-4236-BEBB-31EDE123ED8D}"/>
              </a:ext>
            </a:extLst>
          </p:cNvPr>
          <p:cNvSpPr>
            <a:spLocks noGrp="1"/>
          </p:cNvSpPr>
          <p:nvPr>
            <p:ph type="body" sz="quarter" idx="3" hasCustomPrompt="1"/>
          </p:nvPr>
        </p:nvSpPr>
        <p:spPr>
          <a:xfrm>
            <a:off x="6346843" y="1391602"/>
            <a:ext cx="5183188" cy="432435"/>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5">
            <a:extLst>
              <a:ext uri="{FF2B5EF4-FFF2-40B4-BE49-F238E27FC236}">
                <a16:creationId xmlns:a16="http://schemas.microsoft.com/office/drawing/2014/main" id="{D90A49EF-F2DA-4DD3-BF15-4EB5BA130F10}"/>
              </a:ext>
            </a:extLst>
          </p:cNvPr>
          <p:cNvSpPr>
            <a:spLocks noGrp="1"/>
          </p:cNvSpPr>
          <p:nvPr>
            <p:ph sz="quarter" idx="4" hasCustomPrompt="1"/>
          </p:nvPr>
        </p:nvSpPr>
        <p:spPr>
          <a:xfrm>
            <a:off x="6346068" y="1945955"/>
            <a:ext cx="5183188" cy="397700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5992574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38195091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lvl1pPr>
              <a:defRPr>
                <a:solidFill>
                  <a:schemeClr val="accent1"/>
                </a:solidFill>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199174816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8" y="3936999"/>
            <a:ext cx="2436812" cy="1985963"/>
          </a:xfrm>
        </p:spPr>
        <p:txBody>
          <a:bodyPr>
            <a:noAutofit/>
          </a:bodyPr>
          <a:lstStyle>
            <a:lvl1pPr>
              <a:defRPr sz="1600" b="1">
                <a:solidFill>
                  <a:schemeClr val="accent1"/>
                </a:solidFill>
              </a:defRPr>
            </a:lvl1pPr>
            <a:lvl2pPr>
              <a:spcBef>
                <a:spcPts val="1000"/>
              </a:spcBef>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3557588" y="3936999"/>
            <a:ext cx="2436812" cy="1985963"/>
          </a:xfrm>
        </p:spPr>
        <p:txBody>
          <a:bodyPr>
            <a:noAutofit/>
          </a:bodyPr>
          <a:lstStyle>
            <a:lvl1pPr>
              <a:defRPr sz="1600" b="1">
                <a:solidFill>
                  <a:schemeClr val="accent1"/>
                </a:solidFill>
              </a:defRPr>
            </a:lvl1pPr>
            <a:lvl2pPr>
              <a:spcBef>
                <a:spcPts val="1000"/>
              </a:spcBef>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3363286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ac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D327-E18F-48F6-8801-9958DEC581EE}"/>
              </a:ext>
            </a:extLst>
          </p:cNvPr>
          <p:cNvSpPr>
            <a:spLocks noGrp="1"/>
          </p:cNvSpPr>
          <p:nvPr>
            <p:ph type="title" hasCustomPrompt="1"/>
          </p:nvPr>
        </p:nvSpPr>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19F0D95C-E12E-4BB9-8E76-EB451DFE579F}"/>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04AD923A-1117-4A3B-AA26-8F42720C64D8}"/>
              </a:ext>
            </a:extLst>
          </p:cNvPr>
          <p:cNvSpPr>
            <a:spLocks noGrp="1"/>
          </p:cNvSpPr>
          <p:nvPr>
            <p:ph type="sldNum" sz="quarter" idx="12"/>
          </p:nvPr>
        </p:nvSpPr>
        <p:spPr/>
        <p:txBody>
          <a:bodyPr/>
          <a:lstStyle/>
          <a:p>
            <a:fld id="{C01D6077-7623-46CE-922B-5B1B61F10384}" type="slidenum">
              <a:rPr lang="en-GB" smtClean="0"/>
              <a:t>‹#›</a:t>
            </a:fld>
            <a:endParaRPr lang="en-GB"/>
          </a:p>
        </p:txBody>
      </p:sp>
      <p:sp>
        <p:nvSpPr>
          <p:cNvPr id="8" name="Text Placeholder 7">
            <a:extLst>
              <a:ext uri="{FF2B5EF4-FFF2-40B4-BE49-F238E27FC236}">
                <a16:creationId xmlns:a16="http://schemas.microsoft.com/office/drawing/2014/main" id="{D37A6BA7-5605-49B2-88E4-B16D75AADBA7}"/>
              </a:ext>
            </a:extLst>
          </p:cNvPr>
          <p:cNvSpPr>
            <a:spLocks noGrp="1"/>
          </p:cNvSpPr>
          <p:nvPr>
            <p:ph type="body" sz="quarter" idx="13" hasCustomPrompt="1"/>
          </p:nvPr>
        </p:nvSpPr>
        <p:spPr>
          <a:xfrm>
            <a:off x="509587" y="2806701"/>
            <a:ext cx="2903537" cy="1244599"/>
          </a:xfrm>
        </p:spPr>
        <p:txBody>
          <a:bodyPr>
            <a:noAutofit/>
          </a:bodyPr>
          <a:lstStyle>
            <a:lvl1pPr>
              <a:spcBef>
                <a:spcPts val="1000"/>
              </a:spcBef>
              <a:defRPr sz="1600" b="1">
                <a:solidFill>
                  <a:schemeClr val="accent1"/>
                </a:solidFill>
              </a:defRPr>
            </a:lvl1pPr>
            <a:lvl2pPr>
              <a:spcBef>
                <a:spcPts val="1000"/>
              </a:spcBef>
              <a:defRPr sz="1600">
                <a:solidFill>
                  <a:schemeClr val="tx1"/>
                </a:solidFill>
              </a:defRPr>
            </a:lvl2pPr>
            <a:lvl3pPr>
              <a:defRPr sz="1600"/>
            </a:lvl3pPr>
            <a:lvl4pPr>
              <a:defRPr sz="1600"/>
            </a:lvl4pPr>
            <a:lvl5pPr>
              <a:defRPr sz="1600"/>
            </a:lvl5pPr>
          </a:lstStyle>
          <a:p>
            <a:pPr lvl="0"/>
            <a:r>
              <a:rPr lang="en-US" dirty="0"/>
              <a:t>Click to edit master text styles</a:t>
            </a:r>
          </a:p>
          <a:p>
            <a:pPr lvl="1"/>
            <a:r>
              <a:rPr lang="en-US" dirty="0"/>
              <a:t>Second level</a:t>
            </a:r>
          </a:p>
        </p:txBody>
      </p:sp>
      <p:sp>
        <p:nvSpPr>
          <p:cNvPr id="9" name="Text Placeholder 7">
            <a:extLst>
              <a:ext uri="{FF2B5EF4-FFF2-40B4-BE49-F238E27FC236}">
                <a16:creationId xmlns:a16="http://schemas.microsoft.com/office/drawing/2014/main" id="{7BE06CA4-03AB-49A6-8C06-C21E49B4068B}"/>
              </a:ext>
            </a:extLst>
          </p:cNvPr>
          <p:cNvSpPr>
            <a:spLocks noGrp="1"/>
          </p:cNvSpPr>
          <p:nvPr>
            <p:ph type="body" sz="quarter" idx="14" hasCustomPrompt="1"/>
          </p:nvPr>
        </p:nvSpPr>
        <p:spPr>
          <a:xfrm>
            <a:off x="509588" y="4470400"/>
            <a:ext cx="2903538" cy="1452562"/>
          </a:xfrm>
        </p:spPr>
        <p:txBody>
          <a:bodyPr>
            <a:noAutofit/>
          </a:bodyPr>
          <a:lstStyle>
            <a:lvl1pPr>
              <a:spcBef>
                <a:spcPts val="1000"/>
              </a:spcBef>
              <a:defRPr sz="1600" b="1">
                <a:solidFill>
                  <a:schemeClr val="accent1"/>
                </a:solidFill>
              </a:defRPr>
            </a:lvl1pPr>
            <a:lvl2pPr>
              <a:spcBef>
                <a:spcPts val="1000"/>
              </a:spcBef>
              <a:defRPr sz="1600">
                <a:solidFill>
                  <a:schemeClr val="tx1"/>
                </a:solidFill>
              </a:defRPr>
            </a:lvl2pPr>
            <a:lvl3pPr>
              <a:defRPr sz="1600"/>
            </a:lvl3pPr>
            <a:lvl4pPr>
              <a:defRPr sz="1600"/>
            </a:lvl4pPr>
            <a:lvl5pPr>
              <a:defRPr sz="1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741521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1C669-50F6-42C3-A8AB-3B66FA7B5BC9}"/>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4" name="Slide Number Placeholder 3">
            <a:extLst>
              <a:ext uri="{FF2B5EF4-FFF2-40B4-BE49-F238E27FC236}">
                <a16:creationId xmlns:a16="http://schemas.microsoft.com/office/drawing/2014/main" id="{1E9F3DDC-3D5C-4ED1-8D35-02FC618801B0}"/>
              </a:ext>
            </a:extLst>
          </p:cNvPr>
          <p:cNvSpPr>
            <a:spLocks noGrp="1"/>
          </p:cNvSpPr>
          <p:nvPr>
            <p:ph type="sldNum" sz="quarter" idx="12"/>
          </p:nvPr>
        </p:nvSpPr>
        <p:spPr/>
        <p:txBody>
          <a:bodyPr/>
          <a:lstStyle/>
          <a:p>
            <a:fld id="{C01D6077-7623-46CE-922B-5B1B61F10384}" type="slidenum">
              <a:rPr lang="en-GB" smtClean="0"/>
              <a:t>‹#›</a:t>
            </a:fld>
            <a:endParaRPr lang="en-GB"/>
          </a:p>
        </p:txBody>
      </p:sp>
    </p:spTree>
    <p:extLst>
      <p:ext uri="{BB962C8B-B14F-4D97-AF65-F5344CB8AC3E}">
        <p14:creationId xmlns:p14="http://schemas.microsoft.com/office/powerpoint/2010/main" val="229862472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CE25-A371-4DB8-BF89-3477517A8074}"/>
              </a:ext>
            </a:extLst>
          </p:cNvPr>
          <p:cNvSpPr>
            <a:spLocks noGrp="1"/>
          </p:cNvSpPr>
          <p:nvPr>
            <p:ph type="ctrTitle"/>
          </p:nvPr>
        </p:nvSpPr>
        <p:spPr>
          <a:xfrm>
            <a:off x="510364" y="1590677"/>
            <a:ext cx="6402742" cy="2191664"/>
          </a:xfrm>
        </p:spPr>
        <p:txBody>
          <a:bodyPr anchor="b">
            <a:noAutofit/>
          </a:bodyPr>
          <a:lstStyle>
            <a:lvl1pPr algn="l">
              <a:defRPr sz="8000"/>
            </a:lvl1pPr>
          </a:lstStyle>
          <a:p>
            <a:r>
              <a:rPr lang="en-US" dirty="0"/>
              <a:t>Click to edit </a:t>
            </a:r>
            <a:endParaRPr lang="en-GB" dirty="0"/>
          </a:p>
        </p:txBody>
      </p:sp>
      <p:sp>
        <p:nvSpPr>
          <p:cNvPr id="29" name="Date Placeholder 28">
            <a:extLst>
              <a:ext uri="{FF2B5EF4-FFF2-40B4-BE49-F238E27FC236}">
                <a16:creationId xmlns:a16="http://schemas.microsoft.com/office/drawing/2014/main" id="{AA1096C6-750A-40F7-8835-3EC08A454126}"/>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31" name="Slide Number Placeholder 30">
            <a:extLst>
              <a:ext uri="{FF2B5EF4-FFF2-40B4-BE49-F238E27FC236}">
                <a16:creationId xmlns:a16="http://schemas.microsoft.com/office/drawing/2014/main" id="{54227D6C-E7A8-4BD2-84AA-B70029212426}"/>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32" name="Picture 31">
            <a:extLst>
              <a:ext uri="{FF2B5EF4-FFF2-40B4-BE49-F238E27FC236}">
                <a16:creationId xmlns:a16="http://schemas.microsoft.com/office/drawing/2014/main" id="{6521CA41-8CAB-384E-BFD8-87E99837199C}"/>
              </a:ext>
            </a:extLst>
          </p:cNvPr>
          <p:cNvPicPr>
            <a:picLocks noChangeAspect="1"/>
          </p:cNvPicPr>
          <p:nvPr userDrawn="1"/>
        </p:nvPicPr>
        <p:blipFill>
          <a:blip r:embed="rId2"/>
          <a:stretch>
            <a:fillRect/>
          </a:stretch>
        </p:blipFill>
        <p:spPr>
          <a:xfrm>
            <a:off x="390426" y="333714"/>
            <a:ext cx="1089124" cy="235805"/>
          </a:xfrm>
          <a:prstGeom prst="rect">
            <a:avLst/>
          </a:prstGeom>
        </p:spPr>
      </p:pic>
    </p:spTree>
    <p:extLst>
      <p:ext uri="{BB962C8B-B14F-4D97-AF65-F5344CB8AC3E}">
        <p14:creationId xmlns:p14="http://schemas.microsoft.com/office/powerpoint/2010/main" val="139739093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Logo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DAD0E2D-F923-40BA-8C22-76240E743834}"/>
              </a:ext>
            </a:extLst>
          </p:cNvPr>
          <p:cNvSpPr>
            <a:spLocks noGrp="1"/>
          </p:cNvSpPr>
          <p:nvPr>
            <p:ph type="dt" sz="half" idx="10"/>
          </p:nvPr>
        </p:nvSpPr>
        <p:spPr/>
        <p:txBody>
          <a:bodyPr/>
          <a:lstStyle>
            <a:lvl1pPr>
              <a:defRPr lang="en-US" b="0" i="0" u="none" strike="noStrike" smtClean="0">
                <a:effectLst/>
              </a:defRPr>
            </a:lvl1pPr>
          </a:lstStyle>
          <a:p>
            <a:r>
              <a:rPr lang="en-US" dirty="0"/>
              <a:t>© 2025 Thrivent | For internal use only. Not to be shown or distributed to the public.</a:t>
            </a:r>
            <a:endParaRPr lang="en-GB" dirty="0"/>
          </a:p>
        </p:txBody>
      </p:sp>
      <p:sp>
        <p:nvSpPr>
          <p:cNvPr id="5" name="Slide Number Placeholder 4">
            <a:extLst>
              <a:ext uri="{FF2B5EF4-FFF2-40B4-BE49-F238E27FC236}">
                <a16:creationId xmlns:a16="http://schemas.microsoft.com/office/drawing/2014/main" id="{F83AD482-2BAB-488F-81F0-C629724222F4}"/>
              </a:ext>
            </a:extLst>
          </p:cNvPr>
          <p:cNvSpPr>
            <a:spLocks noGrp="1"/>
          </p:cNvSpPr>
          <p:nvPr>
            <p:ph type="sldNum" sz="quarter" idx="12"/>
          </p:nvPr>
        </p:nvSpPr>
        <p:spPr/>
        <p:txBody>
          <a:bodyPr/>
          <a:lstStyle/>
          <a:p>
            <a:fld id="{C01D6077-7623-46CE-922B-5B1B61F10384}" type="slidenum">
              <a:rPr lang="en-GB" smtClean="0"/>
              <a:pPr/>
              <a:t>‹#›</a:t>
            </a:fld>
            <a:endParaRPr lang="en-GB"/>
          </a:p>
        </p:txBody>
      </p:sp>
      <p:pic>
        <p:nvPicPr>
          <p:cNvPr id="20" name="Picture 19">
            <a:extLst>
              <a:ext uri="{FF2B5EF4-FFF2-40B4-BE49-F238E27FC236}">
                <a16:creationId xmlns:a16="http://schemas.microsoft.com/office/drawing/2014/main" id="{A73CB17B-D3CF-2845-9B2E-75CD43DC68D9}"/>
              </a:ext>
            </a:extLst>
          </p:cNvPr>
          <p:cNvPicPr>
            <a:picLocks noChangeAspect="1"/>
          </p:cNvPicPr>
          <p:nvPr userDrawn="1"/>
        </p:nvPicPr>
        <p:blipFill>
          <a:blip r:embed="rId2"/>
          <a:stretch>
            <a:fillRect/>
          </a:stretch>
        </p:blipFill>
        <p:spPr>
          <a:xfrm>
            <a:off x="4864380" y="3162343"/>
            <a:ext cx="2463239" cy="533313"/>
          </a:xfrm>
          <a:prstGeom prst="rect">
            <a:avLst/>
          </a:prstGeom>
        </p:spPr>
      </p:pic>
    </p:spTree>
    <p:extLst>
      <p:ext uri="{BB962C8B-B14F-4D97-AF65-F5344CB8AC3E}">
        <p14:creationId xmlns:p14="http://schemas.microsoft.com/office/powerpoint/2010/main" val="26218062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image" Target="../media/image2.png"/><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41" Type="http://schemas.openxmlformats.org/officeDocument/2006/relationships/image" Target="../media/image1.pn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theme" Target="../theme/theme2.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slideLayout" Target="../slideLayouts/slideLayout117.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42" Type="http://schemas.openxmlformats.org/officeDocument/2006/relationships/image" Target="../media/image2.png"/><Relationship Id="rId7" Type="http://schemas.openxmlformats.org/officeDocument/2006/relationships/slideLayout" Target="../slideLayouts/slideLayout8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41" Type="http://schemas.openxmlformats.org/officeDocument/2006/relationships/image" Target="../media/image1.png"/><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40" Type="http://schemas.openxmlformats.org/officeDocument/2006/relationships/theme" Target="../theme/theme3.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slideLayout" Target="../slideLayouts/slideLayout1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hidden="1">
            <a:extLst>
              <a:ext uri="{FF2B5EF4-FFF2-40B4-BE49-F238E27FC236}">
                <a16:creationId xmlns:a16="http://schemas.microsoft.com/office/drawing/2014/main" id="{571FB913-B1A8-4150-87ED-07F4018CFC6A}"/>
              </a:ext>
            </a:extLst>
          </p:cNvPr>
          <p:cNvPicPr>
            <a:picLocks noChangeAspect="1"/>
          </p:cNvPicPr>
          <p:nvPr userDrawn="1"/>
        </p:nvPicPr>
        <p:blipFill>
          <a:blip r:embed="rId41"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10" name="Picture 9" hidden="1">
            <a:extLst>
              <a:ext uri="{FF2B5EF4-FFF2-40B4-BE49-F238E27FC236}">
                <a16:creationId xmlns:a16="http://schemas.microsoft.com/office/drawing/2014/main" id="{62C36E4B-9CB8-441D-92B0-D7E2BFD8B29C}"/>
              </a:ext>
            </a:extLst>
          </p:cNvPr>
          <p:cNvPicPr>
            <a:picLocks noChangeAspect="1"/>
          </p:cNvPicPr>
          <p:nvPr userDrawn="1"/>
        </p:nvPicPr>
        <p:blipFill>
          <a:blip r:embed="rId4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056A9D56-1C5A-4AF1-AA9B-17DE07F28170}"/>
              </a:ext>
            </a:extLst>
          </p:cNvPr>
          <p:cNvSpPr>
            <a:spLocks noGrp="1"/>
          </p:cNvSpPr>
          <p:nvPr>
            <p:ph type="title"/>
          </p:nvPr>
        </p:nvSpPr>
        <p:spPr>
          <a:xfrm>
            <a:off x="510363" y="418290"/>
            <a:ext cx="11171274" cy="846948"/>
          </a:xfrm>
          <a:prstGeom prst="rect">
            <a:avLst/>
          </a:prstGeom>
        </p:spPr>
        <p:txBody>
          <a:bodyPr vert="horz" lIns="0" tIns="0" rIns="0" bIns="0" rtlCol="0" anchor="t" anchorCtr="0">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81FF381-211B-4CBB-9A45-5A5A1A678724}"/>
              </a:ext>
            </a:extLst>
          </p:cNvPr>
          <p:cNvSpPr>
            <a:spLocks noGrp="1"/>
          </p:cNvSpPr>
          <p:nvPr>
            <p:ph type="body" idx="1"/>
          </p:nvPr>
        </p:nvSpPr>
        <p:spPr>
          <a:xfrm>
            <a:off x="514350" y="1288919"/>
            <a:ext cx="11167287" cy="489042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69A5B9-D1FE-45DB-935F-A4C8E3A241A2}"/>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endParaRPr lang="en-GB" dirty="0"/>
          </a:p>
        </p:txBody>
      </p:sp>
      <p:sp>
        <p:nvSpPr>
          <p:cNvPr id="6" name="Slide Number Placeholder 5">
            <a:extLst>
              <a:ext uri="{FF2B5EF4-FFF2-40B4-BE49-F238E27FC236}">
                <a16:creationId xmlns:a16="http://schemas.microsoft.com/office/drawing/2014/main" id="{B4C236AE-D115-4EBA-A264-37A4CE48CABE}"/>
              </a:ext>
            </a:extLst>
          </p:cNvPr>
          <p:cNvSpPr>
            <a:spLocks noGrp="1"/>
          </p:cNvSpPr>
          <p:nvPr>
            <p:ph type="sldNum" sz="quarter" idx="4"/>
          </p:nvPr>
        </p:nvSpPr>
        <p:spPr>
          <a:xfrm>
            <a:off x="8938437" y="6483946"/>
            <a:ext cx="2743200" cy="144000"/>
          </a:xfrm>
          <a:prstGeom prst="rect">
            <a:avLst/>
          </a:prstGeom>
        </p:spPr>
        <p:txBody>
          <a:bodyPr vert="horz" lIns="0" tIns="0" rIns="0" bIns="0" rtlCol="0" anchor="ctr"/>
          <a:lstStyle>
            <a:lvl1pPr algn="r">
              <a:defRPr sz="800">
                <a:solidFill>
                  <a:schemeClr val="tx1"/>
                </a:solidFill>
              </a:defRPr>
            </a:lvl1pPr>
          </a:lstStyle>
          <a:p>
            <a:fld id="{C01D6077-7623-46CE-922B-5B1B61F10384}" type="slidenum">
              <a:rPr lang="en-GB" smtClean="0"/>
              <a:pPr/>
              <a:t>‹#›</a:t>
            </a:fld>
            <a:endParaRPr lang="en-GB"/>
          </a:p>
        </p:txBody>
      </p:sp>
    </p:spTree>
    <p:extLst>
      <p:ext uri="{BB962C8B-B14F-4D97-AF65-F5344CB8AC3E}">
        <p14:creationId xmlns:p14="http://schemas.microsoft.com/office/powerpoint/2010/main" val="1417380027"/>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73" r:id="rId3"/>
    <p:sldLayoutId id="2147483674" r:id="rId4"/>
    <p:sldLayoutId id="2147483675" r:id="rId5"/>
    <p:sldLayoutId id="2147483676" r:id="rId6"/>
    <p:sldLayoutId id="2147483677" r:id="rId7"/>
    <p:sldLayoutId id="2147483679" r:id="rId8"/>
    <p:sldLayoutId id="2147483680" r:id="rId9"/>
    <p:sldLayoutId id="2147483662" r:id="rId10"/>
    <p:sldLayoutId id="2147483663" r:id="rId11"/>
    <p:sldLayoutId id="2147483678" r:id="rId12"/>
    <p:sldLayoutId id="2147483664" r:id="rId13"/>
    <p:sldLayoutId id="2147483692"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1" r:id="rId24"/>
    <p:sldLayoutId id="2147483697" r:id="rId25"/>
    <p:sldLayoutId id="2147483693" r:id="rId26"/>
    <p:sldLayoutId id="2147483694" r:id="rId27"/>
    <p:sldLayoutId id="2147483696" r:id="rId28"/>
    <p:sldLayoutId id="2147483780" r:id="rId29"/>
    <p:sldLayoutId id="2147483781" r:id="rId30"/>
    <p:sldLayoutId id="2147483695" r:id="rId31"/>
    <p:sldLayoutId id="2147483665" r:id="rId32"/>
    <p:sldLayoutId id="2147483666" r:id="rId33"/>
    <p:sldLayoutId id="2147483783" r:id="rId34"/>
    <p:sldLayoutId id="2147483698" r:id="rId35"/>
    <p:sldLayoutId id="2147483699" r:id="rId36"/>
    <p:sldLayoutId id="2147483667" r:id="rId37"/>
    <p:sldLayoutId id="2147483700" r:id="rId38"/>
    <p:sldLayoutId id="2147483701" r:id="rId39"/>
  </p:sldLayoutIdLs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00" b="0" kern="1200" spc="30" baseline="0">
          <a:solidFill>
            <a:schemeClr val="tx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400" kern="1200" spc="30" baseline="0">
          <a:solidFill>
            <a:schemeClr val="tx1"/>
          </a:solidFill>
          <a:latin typeface="+mn-lt"/>
          <a:ea typeface="+mn-ea"/>
          <a:cs typeface="+mn-cs"/>
        </a:defRPr>
      </a:lvl2pPr>
      <a:lvl3pPr marL="180975" indent="-180975" algn="l" defTabSz="914400" rtl="0" eaLnBrk="1" latinLnBrk="0" hangingPunct="1">
        <a:lnSpc>
          <a:spcPct val="100000"/>
        </a:lnSpc>
        <a:spcBef>
          <a:spcPts val="600"/>
        </a:spcBef>
        <a:buFont typeface="Arial" panose="020B0604020202020204" pitchFamily="34" charset="0"/>
        <a:buChar char="•"/>
        <a:defRPr sz="1400" kern="1200" spc="30" baseline="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4pPr>
      <a:lvl5pPr marL="542925"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5pPr>
      <a:lvl6pPr marL="712788" indent="-169863"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6pPr>
      <a:lvl7pPr marL="893763"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7pPr>
      <a:lvl8pPr marL="1073150" indent="-179388"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8pPr>
      <a:lvl9pPr marL="1254125"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810" userDrawn="1">
          <p15:clr>
            <a:srgbClr val="F26B43"/>
          </p15:clr>
        </p15:guide>
        <p15:guide id="4" orient="horz" pos="470" userDrawn="1">
          <p15:clr>
            <a:srgbClr val="F26B43"/>
          </p15:clr>
        </p15:guide>
        <p15:guide id="5" orient="horz" pos="4146" userDrawn="1">
          <p15:clr>
            <a:srgbClr val="F26B43"/>
          </p15:clr>
        </p15:guide>
        <p15:guide id="6" pos="5030" userDrawn="1">
          <p15:clr>
            <a:srgbClr val="F26B43"/>
          </p15:clr>
        </p15:guide>
        <p15:guide id="7" pos="2672" userDrawn="1">
          <p15:clr>
            <a:srgbClr val="F26B43"/>
          </p15:clr>
        </p15:guide>
        <p15:guide id="8" pos="321" userDrawn="1">
          <p15:clr>
            <a:srgbClr val="F26B43"/>
          </p15:clr>
        </p15:guide>
        <p15:guide id="9" pos="2150" userDrawn="1">
          <p15:clr>
            <a:srgbClr val="F26B43"/>
          </p15:clr>
        </p15:guide>
        <p15:guide id="10" pos="5837" userDrawn="1">
          <p15:clr>
            <a:srgbClr val="F26B43"/>
          </p15:clr>
        </p15:guide>
        <p15:guide id="11" pos="3987" userDrawn="1">
          <p15:clr>
            <a:srgbClr val="F26B43"/>
          </p15:clr>
        </p15:guide>
        <p15:guide id="12" pos="3686" userDrawn="1">
          <p15:clr>
            <a:srgbClr val="F26B43"/>
          </p15:clr>
        </p15:guide>
        <p15:guide id="13" pos="5542" userDrawn="1">
          <p15:clr>
            <a:srgbClr val="F26B43"/>
          </p15:clr>
        </p15:guide>
        <p15:guide id="14" pos="1856" userDrawn="1">
          <p15:clr>
            <a:srgbClr val="F26B43"/>
          </p15:clr>
        </p15:guide>
        <p15:guide id="15" pos="4730" userDrawn="1">
          <p15:clr>
            <a:srgbClr val="F26B43"/>
          </p15:clr>
        </p15:guide>
        <p15:guide id="16" pos="2378" userDrawn="1">
          <p15:clr>
            <a:srgbClr val="F26B43"/>
          </p15:clr>
        </p15:guide>
        <p15:guide id="17" pos="7356" userDrawn="1">
          <p15:clr>
            <a:srgbClr val="F26B43"/>
          </p15:clr>
        </p15:guide>
        <p15:guide id="18" pos="6899" userDrawn="1">
          <p15:clr>
            <a:srgbClr val="F26B43"/>
          </p15:clr>
        </p15:guide>
        <p15:guide id="19" orient="horz" pos="3731" userDrawn="1">
          <p15:clr>
            <a:srgbClr val="F26B43"/>
          </p15:clr>
        </p15:guide>
        <p15:guide id="20" orient="horz" pos="11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hidden="1">
            <a:extLst>
              <a:ext uri="{FF2B5EF4-FFF2-40B4-BE49-F238E27FC236}">
                <a16:creationId xmlns:a16="http://schemas.microsoft.com/office/drawing/2014/main" id="{571FB913-B1A8-4150-87ED-07F4018CFC6A}"/>
              </a:ext>
            </a:extLst>
          </p:cNvPr>
          <p:cNvPicPr>
            <a:picLocks noChangeAspect="1"/>
          </p:cNvPicPr>
          <p:nvPr userDrawn="1"/>
        </p:nvPicPr>
        <p:blipFill>
          <a:blip r:embed="rId41"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10" name="Picture 9" hidden="1">
            <a:extLst>
              <a:ext uri="{FF2B5EF4-FFF2-40B4-BE49-F238E27FC236}">
                <a16:creationId xmlns:a16="http://schemas.microsoft.com/office/drawing/2014/main" id="{62C36E4B-9CB8-441D-92B0-D7E2BFD8B29C}"/>
              </a:ext>
            </a:extLst>
          </p:cNvPr>
          <p:cNvPicPr>
            <a:picLocks noChangeAspect="1"/>
          </p:cNvPicPr>
          <p:nvPr userDrawn="1"/>
        </p:nvPicPr>
        <p:blipFill>
          <a:blip r:embed="rId4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056A9D56-1C5A-4AF1-AA9B-17DE07F28170}"/>
              </a:ext>
            </a:extLst>
          </p:cNvPr>
          <p:cNvSpPr>
            <a:spLocks noGrp="1"/>
          </p:cNvSpPr>
          <p:nvPr>
            <p:ph type="title"/>
          </p:nvPr>
        </p:nvSpPr>
        <p:spPr>
          <a:xfrm>
            <a:off x="510363" y="418290"/>
            <a:ext cx="11171274" cy="846948"/>
          </a:xfrm>
          <a:prstGeom prst="rect">
            <a:avLst/>
          </a:prstGeom>
        </p:spPr>
        <p:txBody>
          <a:bodyPr vert="horz" lIns="0" tIns="0" rIns="0" bIns="0" rtlCol="0" anchor="t" anchorCtr="0">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81FF381-211B-4CBB-9A45-5A5A1A678724}"/>
              </a:ext>
            </a:extLst>
          </p:cNvPr>
          <p:cNvSpPr>
            <a:spLocks noGrp="1"/>
          </p:cNvSpPr>
          <p:nvPr>
            <p:ph type="body" idx="1"/>
          </p:nvPr>
        </p:nvSpPr>
        <p:spPr>
          <a:xfrm>
            <a:off x="543449" y="1288919"/>
            <a:ext cx="11167287" cy="489042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69A5B9-D1FE-45DB-935F-A4C8E3A241A2}"/>
              </a:ext>
            </a:extLst>
          </p:cNvPr>
          <p:cNvSpPr>
            <a:spLocks noGrp="1"/>
          </p:cNvSpPr>
          <p:nvPr>
            <p:ph type="dt" sz="half" idx="2"/>
          </p:nvPr>
        </p:nvSpPr>
        <p:spPr>
          <a:xfrm>
            <a:off x="510362"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B4C236AE-D115-4EBA-A264-37A4CE48CABE}"/>
              </a:ext>
            </a:extLst>
          </p:cNvPr>
          <p:cNvSpPr>
            <a:spLocks noGrp="1"/>
          </p:cNvSpPr>
          <p:nvPr>
            <p:ph type="sldNum" sz="quarter" idx="4"/>
          </p:nvPr>
        </p:nvSpPr>
        <p:spPr>
          <a:xfrm>
            <a:off x="8938437" y="6483946"/>
            <a:ext cx="2743200" cy="144000"/>
          </a:xfrm>
          <a:prstGeom prst="rect">
            <a:avLst/>
          </a:prstGeom>
        </p:spPr>
        <p:txBody>
          <a:bodyPr vert="horz" lIns="0" tIns="0" rIns="0" bIns="0" rtlCol="0" anchor="ctr"/>
          <a:lstStyle>
            <a:lvl1pPr algn="r">
              <a:defRPr sz="800">
                <a:solidFill>
                  <a:schemeClr val="tx1"/>
                </a:solidFill>
              </a:defRPr>
            </a:lvl1pPr>
          </a:lstStyle>
          <a:p>
            <a:fld id="{C01D6077-7623-46CE-922B-5B1B61F10384}" type="slidenum">
              <a:rPr lang="en-GB" smtClean="0"/>
              <a:pPr/>
              <a:t>‹#›</a:t>
            </a:fld>
            <a:endParaRPr lang="en-GB"/>
          </a:p>
        </p:txBody>
      </p:sp>
    </p:spTree>
    <p:extLst>
      <p:ext uri="{BB962C8B-B14F-4D97-AF65-F5344CB8AC3E}">
        <p14:creationId xmlns:p14="http://schemas.microsoft.com/office/powerpoint/2010/main" val="3558611890"/>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67" r:id="rId26"/>
    <p:sldLayoutId id="2147483768" r:id="rId27"/>
    <p:sldLayoutId id="2147483769" r:id="rId28"/>
    <p:sldLayoutId id="2147483790" r:id="rId29"/>
    <p:sldLayoutId id="2147483784" r:id="rId30"/>
    <p:sldLayoutId id="2147483770" r:id="rId31"/>
    <p:sldLayoutId id="2147483771" r:id="rId32"/>
    <p:sldLayoutId id="2147483772" r:id="rId33"/>
    <p:sldLayoutId id="2147483786" r:id="rId34"/>
    <p:sldLayoutId id="2147483773" r:id="rId35"/>
    <p:sldLayoutId id="2147483774" r:id="rId36"/>
    <p:sldLayoutId id="2147483775" r:id="rId37"/>
    <p:sldLayoutId id="2147483776" r:id="rId38"/>
    <p:sldLayoutId id="2147483777" r:id="rId39"/>
  </p:sldLayoutIdLs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00" b="0" kern="1200" spc="30" baseline="0">
          <a:solidFill>
            <a:schemeClr val="tx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400" kern="1200" spc="30" baseline="0">
          <a:solidFill>
            <a:schemeClr val="tx1"/>
          </a:solidFill>
          <a:latin typeface="+mn-lt"/>
          <a:ea typeface="+mn-ea"/>
          <a:cs typeface="+mn-cs"/>
        </a:defRPr>
      </a:lvl2pPr>
      <a:lvl3pPr marL="180975" indent="-180975" algn="l" defTabSz="914400" rtl="0" eaLnBrk="1" latinLnBrk="0" hangingPunct="1">
        <a:lnSpc>
          <a:spcPct val="100000"/>
        </a:lnSpc>
        <a:spcBef>
          <a:spcPts val="600"/>
        </a:spcBef>
        <a:buFont typeface="Arial" panose="020B0604020202020204" pitchFamily="34" charset="0"/>
        <a:buChar char="•"/>
        <a:defRPr sz="1400" kern="1200" spc="30" baseline="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4pPr>
      <a:lvl5pPr marL="542925" indent="-180975" algn="l" defTabSz="914400" rtl="0" eaLnBrk="1" latinLnBrk="0" hangingPunct="1">
        <a:lnSpc>
          <a:spcPct val="100000"/>
        </a:lnSpc>
        <a:spcBef>
          <a:spcPts val="600"/>
        </a:spcBef>
        <a:buFont typeface="Arial" panose="020B0604020202020204" pitchFamily="34" charset="0"/>
        <a:buChar char="–"/>
        <a:defRPr sz="1050" kern="1200" spc="30" baseline="0">
          <a:solidFill>
            <a:schemeClr val="tx1"/>
          </a:solidFill>
          <a:latin typeface="+mn-lt"/>
          <a:ea typeface="+mn-ea"/>
          <a:cs typeface="+mn-cs"/>
        </a:defRPr>
      </a:lvl5pPr>
      <a:lvl6pPr marL="712788" indent="-169863"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6pPr>
      <a:lvl7pPr marL="893763"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7pPr>
      <a:lvl8pPr marL="1073150" indent="-179388"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8pPr>
      <a:lvl9pPr marL="1254125"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10">
          <p15:clr>
            <a:srgbClr val="F26B43"/>
          </p15:clr>
        </p15:guide>
        <p15:guide id="4" orient="horz" pos="470">
          <p15:clr>
            <a:srgbClr val="F26B43"/>
          </p15:clr>
        </p15:guide>
        <p15:guide id="5" orient="horz" pos="4146">
          <p15:clr>
            <a:srgbClr val="F26B43"/>
          </p15:clr>
        </p15:guide>
        <p15:guide id="6" pos="5030">
          <p15:clr>
            <a:srgbClr val="F26B43"/>
          </p15:clr>
        </p15:guide>
        <p15:guide id="7" pos="2672">
          <p15:clr>
            <a:srgbClr val="F26B43"/>
          </p15:clr>
        </p15:guide>
        <p15:guide id="8" pos="321">
          <p15:clr>
            <a:srgbClr val="F26B43"/>
          </p15:clr>
        </p15:guide>
        <p15:guide id="9" pos="2150">
          <p15:clr>
            <a:srgbClr val="F26B43"/>
          </p15:clr>
        </p15:guide>
        <p15:guide id="10" pos="5837">
          <p15:clr>
            <a:srgbClr val="F26B43"/>
          </p15:clr>
        </p15:guide>
        <p15:guide id="11" pos="3987">
          <p15:clr>
            <a:srgbClr val="F26B43"/>
          </p15:clr>
        </p15:guide>
        <p15:guide id="12" pos="3686">
          <p15:clr>
            <a:srgbClr val="F26B43"/>
          </p15:clr>
        </p15:guide>
        <p15:guide id="13" pos="5542">
          <p15:clr>
            <a:srgbClr val="F26B43"/>
          </p15:clr>
        </p15:guide>
        <p15:guide id="14" pos="1856">
          <p15:clr>
            <a:srgbClr val="F26B43"/>
          </p15:clr>
        </p15:guide>
        <p15:guide id="15" pos="4730">
          <p15:clr>
            <a:srgbClr val="F26B43"/>
          </p15:clr>
        </p15:guide>
        <p15:guide id="16" pos="2378">
          <p15:clr>
            <a:srgbClr val="F26B43"/>
          </p15:clr>
        </p15:guide>
        <p15:guide id="17" pos="7356">
          <p15:clr>
            <a:srgbClr val="F26B43"/>
          </p15:clr>
        </p15:guide>
        <p15:guide id="18" pos="6899">
          <p15:clr>
            <a:srgbClr val="F26B43"/>
          </p15:clr>
        </p15:guide>
        <p15:guide id="19" orient="horz" pos="3731">
          <p15:clr>
            <a:srgbClr val="F26B43"/>
          </p15:clr>
        </p15:guide>
        <p15:guide id="20" orient="horz" pos="114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hidden="1">
            <a:extLst>
              <a:ext uri="{FF2B5EF4-FFF2-40B4-BE49-F238E27FC236}">
                <a16:creationId xmlns:a16="http://schemas.microsoft.com/office/drawing/2014/main" id="{571FB913-B1A8-4150-87ED-07F4018CFC6A}"/>
              </a:ext>
            </a:extLst>
          </p:cNvPr>
          <p:cNvPicPr>
            <a:picLocks noChangeAspect="1"/>
          </p:cNvPicPr>
          <p:nvPr userDrawn="1"/>
        </p:nvPicPr>
        <p:blipFill>
          <a:blip r:embed="rId41"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10" name="Picture 9" hidden="1">
            <a:extLst>
              <a:ext uri="{FF2B5EF4-FFF2-40B4-BE49-F238E27FC236}">
                <a16:creationId xmlns:a16="http://schemas.microsoft.com/office/drawing/2014/main" id="{62C36E4B-9CB8-441D-92B0-D7E2BFD8B29C}"/>
              </a:ext>
            </a:extLst>
          </p:cNvPr>
          <p:cNvPicPr>
            <a:picLocks noChangeAspect="1"/>
          </p:cNvPicPr>
          <p:nvPr userDrawn="1"/>
        </p:nvPicPr>
        <p:blipFill>
          <a:blip r:embed="rId4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2" name="Title Placeholder 1">
            <a:extLst>
              <a:ext uri="{FF2B5EF4-FFF2-40B4-BE49-F238E27FC236}">
                <a16:creationId xmlns:a16="http://schemas.microsoft.com/office/drawing/2014/main" id="{056A9D56-1C5A-4AF1-AA9B-17DE07F28170}"/>
              </a:ext>
            </a:extLst>
          </p:cNvPr>
          <p:cNvSpPr>
            <a:spLocks noGrp="1"/>
          </p:cNvSpPr>
          <p:nvPr>
            <p:ph type="title"/>
          </p:nvPr>
        </p:nvSpPr>
        <p:spPr>
          <a:xfrm>
            <a:off x="510363" y="418290"/>
            <a:ext cx="11171274" cy="846948"/>
          </a:xfrm>
          <a:prstGeom prst="rect">
            <a:avLst/>
          </a:prstGeom>
        </p:spPr>
        <p:txBody>
          <a:bodyPr vert="horz" lIns="0" tIns="0" rIns="0" bIns="0" rtlCol="0" anchor="t" anchorCtr="0">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81FF381-211B-4CBB-9A45-5A5A1A678724}"/>
              </a:ext>
            </a:extLst>
          </p:cNvPr>
          <p:cNvSpPr>
            <a:spLocks noGrp="1"/>
          </p:cNvSpPr>
          <p:nvPr>
            <p:ph type="body" idx="1"/>
          </p:nvPr>
        </p:nvSpPr>
        <p:spPr>
          <a:xfrm>
            <a:off x="510363" y="1288919"/>
            <a:ext cx="11167287" cy="489042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69A5B9-D1FE-45DB-935F-A4C8E3A241A2}"/>
              </a:ext>
            </a:extLst>
          </p:cNvPr>
          <p:cNvSpPr>
            <a:spLocks noGrp="1"/>
          </p:cNvSpPr>
          <p:nvPr>
            <p:ph type="dt" sz="half" idx="2"/>
          </p:nvPr>
        </p:nvSpPr>
        <p:spPr>
          <a:xfrm>
            <a:off x="510361" y="6483946"/>
            <a:ext cx="4114800" cy="144000"/>
          </a:xfrm>
          <a:prstGeom prst="rect">
            <a:avLst/>
          </a:prstGeom>
        </p:spPr>
        <p:txBody>
          <a:bodyPr vert="horz" lIns="0" tIns="0" rIns="0" bIns="0" rtlCol="0" anchor="ctr"/>
          <a:lstStyle>
            <a:lvl1pPr algn="l">
              <a:defRPr lang="en-US" sz="800" b="0" i="0" u="none" strike="noStrike" smtClean="0">
                <a:effectLst/>
              </a:defRPr>
            </a:lvl1pPr>
          </a:lstStyle>
          <a:p>
            <a:r>
              <a:rPr lang="en-US" dirty="0"/>
              <a:t>© 2025 Thrivent | For internal use only. Not to be shown or distributed to the public.</a:t>
            </a:r>
            <a:endParaRPr lang="en-GB" dirty="0"/>
          </a:p>
        </p:txBody>
      </p:sp>
      <p:sp>
        <p:nvSpPr>
          <p:cNvPr id="6" name="Slide Number Placeholder 5">
            <a:extLst>
              <a:ext uri="{FF2B5EF4-FFF2-40B4-BE49-F238E27FC236}">
                <a16:creationId xmlns:a16="http://schemas.microsoft.com/office/drawing/2014/main" id="{B4C236AE-D115-4EBA-A264-37A4CE48CABE}"/>
              </a:ext>
            </a:extLst>
          </p:cNvPr>
          <p:cNvSpPr>
            <a:spLocks noGrp="1"/>
          </p:cNvSpPr>
          <p:nvPr>
            <p:ph type="sldNum" sz="quarter" idx="4"/>
          </p:nvPr>
        </p:nvSpPr>
        <p:spPr>
          <a:xfrm>
            <a:off x="8938437" y="6483946"/>
            <a:ext cx="2743200" cy="144000"/>
          </a:xfrm>
          <a:prstGeom prst="rect">
            <a:avLst/>
          </a:prstGeom>
        </p:spPr>
        <p:txBody>
          <a:bodyPr vert="horz" lIns="0" tIns="0" rIns="0" bIns="0" rtlCol="0" anchor="ctr"/>
          <a:lstStyle>
            <a:lvl1pPr algn="r">
              <a:defRPr sz="800">
                <a:solidFill>
                  <a:schemeClr val="tx1"/>
                </a:solidFill>
              </a:defRPr>
            </a:lvl1pPr>
          </a:lstStyle>
          <a:p>
            <a:fld id="{C01D6077-7623-46CE-922B-5B1B61F10384}" type="slidenum">
              <a:rPr lang="en-GB" smtClean="0"/>
              <a:pPr/>
              <a:t>‹#›</a:t>
            </a:fld>
            <a:endParaRPr lang="en-GB"/>
          </a:p>
        </p:txBody>
      </p:sp>
    </p:spTree>
    <p:extLst>
      <p:ext uri="{BB962C8B-B14F-4D97-AF65-F5344CB8AC3E}">
        <p14:creationId xmlns:p14="http://schemas.microsoft.com/office/powerpoint/2010/main" val="3361647219"/>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87" r:id="rId29"/>
    <p:sldLayoutId id="2147483788" r:id="rId30"/>
    <p:sldLayoutId id="2147483732" r:id="rId31"/>
    <p:sldLayoutId id="2147483733" r:id="rId32"/>
    <p:sldLayoutId id="2147483734" r:id="rId33"/>
    <p:sldLayoutId id="2147483779" r:id="rId34"/>
    <p:sldLayoutId id="2147483735" r:id="rId35"/>
    <p:sldLayoutId id="2147483736" r:id="rId36"/>
    <p:sldLayoutId id="2147483737" r:id="rId37"/>
    <p:sldLayoutId id="2147483738" r:id="rId38"/>
    <p:sldLayoutId id="2147483739" r:id="rId39"/>
  </p:sldLayoutIdLst>
  <p:hf hdr="0" ftr="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00" b="0" kern="1200" spc="30" baseline="0">
          <a:solidFill>
            <a:schemeClr val="tx1"/>
          </a:solidFill>
          <a:latin typeface="+mn-lt"/>
          <a:ea typeface="+mn-ea"/>
          <a:cs typeface="+mn-cs"/>
        </a:defRPr>
      </a:lvl1pPr>
      <a:lvl2pPr marL="0" indent="0" algn="l" defTabSz="914400" rtl="0" eaLnBrk="1" latinLnBrk="0" hangingPunct="1">
        <a:lnSpc>
          <a:spcPct val="100000"/>
        </a:lnSpc>
        <a:spcBef>
          <a:spcPts val="600"/>
        </a:spcBef>
        <a:buFont typeface="Arial" panose="020B0604020202020204" pitchFamily="34" charset="0"/>
        <a:buNone/>
        <a:defRPr sz="1400" kern="1200" spc="30" baseline="0">
          <a:solidFill>
            <a:schemeClr val="tx1"/>
          </a:solidFill>
          <a:latin typeface="+mn-lt"/>
          <a:ea typeface="+mn-ea"/>
          <a:cs typeface="+mn-cs"/>
        </a:defRPr>
      </a:lvl2pPr>
      <a:lvl3pPr marL="180975" indent="-180975" algn="l" defTabSz="914400" rtl="0" eaLnBrk="1" latinLnBrk="0" hangingPunct="1">
        <a:lnSpc>
          <a:spcPct val="100000"/>
        </a:lnSpc>
        <a:spcBef>
          <a:spcPts val="600"/>
        </a:spcBef>
        <a:buFont typeface="Arial" panose="020B0604020202020204" pitchFamily="34" charset="0"/>
        <a:buChar char="•"/>
        <a:defRPr sz="1400" kern="1200" spc="30" baseline="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4pPr>
      <a:lvl5pPr marL="542925" indent="-180975" algn="l" defTabSz="914400" rtl="0" eaLnBrk="1" latinLnBrk="0" hangingPunct="1">
        <a:lnSpc>
          <a:spcPct val="100000"/>
        </a:lnSpc>
        <a:spcBef>
          <a:spcPts val="600"/>
        </a:spcBef>
        <a:buFont typeface="Arial" panose="020B0604020202020204" pitchFamily="34" charset="0"/>
        <a:buChar char="–"/>
        <a:defRPr sz="1050" kern="1200" spc="30" baseline="0">
          <a:solidFill>
            <a:schemeClr val="tx1"/>
          </a:solidFill>
          <a:latin typeface="+mn-lt"/>
          <a:ea typeface="+mn-ea"/>
          <a:cs typeface="+mn-cs"/>
        </a:defRPr>
      </a:lvl5pPr>
      <a:lvl6pPr marL="542925" indent="0" algn="l" defTabSz="914400" rtl="0" eaLnBrk="1" latinLnBrk="0" hangingPunct="1">
        <a:lnSpc>
          <a:spcPct val="100000"/>
        </a:lnSpc>
        <a:spcBef>
          <a:spcPts val="600"/>
        </a:spcBef>
        <a:buFont typeface="Arial" panose="020B0604020202020204" pitchFamily="34" charset="0"/>
        <a:buNone/>
        <a:defRPr sz="1200" kern="1200" spc="30" baseline="0">
          <a:solidFill>
            <a:schemeClr val="tx1"/>
          </a:solidFill>
          <a:latin typeface="+mn-lt"/>
          <a:ea typeface="+mn-ea"/>
          <a:cs typeface="+mn-cs"/>
        </a:defRPr>
      </a:lvl6pPr>
      <a:lvl7pPr marL="893763"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7pPr>
      <a:lvl8pPr marL="1073150" indent="-179388"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8pPr>
      <a:lvl9pPr marL="1254125" indent="-180975" algn="l" defTabSz="914400" rtl="0" eaLnBrk="1" latinLnBrk="0" hangingPunct="1">
        <a:lnSpc>
          <a:spcPct val="100000"/>
        </a:lnSpc>
        <a:spcBef>
          <a:spcPts val="600"/>
        </a:spcBef>
        <a:buFont typeface="Arial" panose="020B0604020202020204" pitchFamily="34" charset="0"/>
        <a:buChar char="–"/>
        <a:defRPr sz="1200" kern="1200" spc="3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10">
          <p15:clr>
            <a:srgbClr val="F26B43"/>
          </p15:clr>
        </p15:guide>
        <p15:guide id="4" orient="horz" pos="470">
          <p15:clr>
            <a:srgbClr val="F26B43"/>
          </p15:clr>
        </p15:guide>
        <p15:guide id="5" orient="horz" pos="4146">
          <p15:clr>
            <a:srgbClr val="F26B43"/>
          </p15:clr>
        </p15:guide>
        <p15:guide id="6" pos="5030">
          <p15:clr>
            <a:srgbClr val="F26B43"/>
          </p15:clr>
        </p15:guide>
        <p15:guide id="7" pos="2672">
          <p15:clr>
            <a:srgbClr val="F26B43"/>
          </p15:clr>
        </p15:guide>
        <p15:guide id="8" pos="321">
          <p15:clr>
            <a:srgbClr val="F26B43"/>
          </p15:clr>
        </p15:guide>
        <p15:guide id="9" pos="2150">
          <p15:clr>
            <a:srgbClr val="F26B43"/>
          </p15:clr>
        </p15:guide>
        <p15:guide id="10" pos="5837">
          <p15:clr>
            <a:srgbClr val="F26B43"/>
          </p15:clr>
        </p15:guide>
        <p15:guide id="11" pos="3987">
          <p15:clr>
            <a:srgbClr val="F26B43"/>
          </p15:clr>
        </p15:guide>
        <p15:guide id="12" pos="3686">
          <p15:clr>
            <a:srgbClr val="F26B43"/>
          </p15:clr>
        </p15:guide>
        <p15:guide id="13" pos="5542">
          <p15:clr>
            <a:srgbClr val="F26B43"/>
          </p15:clr>
        </p15:guide>
        <p15:guide id="14" pos="1856">
          <p15:clr>
            <a:srgbClr val="F26B43"/>
          </p15:clr>
        </p15:guide>
        <p15:guide id="15" pos="4730">
          <p15:clr>
            <a:srgbClr val="F26B43"/>
          </p15:clr>
        </p15:guide>
        <p15:guide id="16" pos="2378">
          <p15:clr>
            <a:srgbClr val="F26B43"/>
          </p15:clr>
        </p15:guide>
        <p15:guide id="17" pos="7356">
          <p15:clr>
            <a:srgbClr val="F26B43"/>
          </p15:clr>
        </p15:guide>
        <p15:guide id="18" pos="6899">
          <p15:clr>
            <a:srgbClr val="F26B43"/>
          </p15:clr>
        </p15:guide>
        <p15:guide id="19" orient="horz" pos="3731">
          <p15:clr>
            <a:srgbClr val="F26B43"/>
          </p15:clr>
        </p15:guide>
        <p15:guide id="20" orient="horz" pos="114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9.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C36C6-A578-3347-B02D-F1E94D444E36}"/>
              </a:ext>
            </a:extLst>
          </p:cNvPr>
          <p:cNvSpPr>
            <a:spLocks noGrp="1"/>
          </p:cNvSpPr>
          <p:nvPr>
            <p:ph type="ctrTitle"/>
          </p:nvPr>
        </p:nvSpPr>
        <p:spPr>
          <a:xfrm>
            <a:off x="510363" y="1565277"/>
            <a:ext cx="9939923" cy="2387600"/>
          </a:xfrm>
        </p:spPr>
        <p:txBody>
          <a:bodyPr/>
          <a:lstStyle/>
          <a:p>
            <a:r>
              <a:rPr lang="en-US" dirty="0"/>
              <a:t>Software Engineering Class Presentation</a:t>
            </a:r>
            <a:br>
              <a:rPr lang="en-US" dirty="0"/>
            </a:br>
            <a:r>
              <a:rPr lang="en-US" sz="2000" dirty="0"/>
              <a:t>2025/11/11</a:t>
            </a:r>
          </a:p>
        </p:txBody>
      </p:sp>
      <p:sp>
        <p:nvSpPr>
          <p:cNvPr id="3" name="Subtitle 2">
            <a:extLst>
              <a:ext uri="{FF2B5EF4-FFF2-40B4-BE49-F238E27FC236}">
                <a16:creationId xmlns:a16="http://schemas.microsoft.com/office/drawing/2014/main" id="{C644B5F8-3D6F-1140-B6CB-91227D88BD69}"/>
              </a:ext>
            </a:extLst>
          </p:cNvPr>
          <p:cNvSpPr>
            <a:spLocks noGrp="1"/>
          </p:cNvSpPr>
          <p:nvPr>
            <p:ph type="subTitle" idx="1"/>
          </p:nvPr>
        </p:nvSpPr>
        <p:spPr>
          <a:xfrm>
            <a:off x="510363" y="4122738"/>
            <a:ext cx="9660003" cy="1655762"/>
          </a:xfrm>
        </p:spPr>
        <p:txBody>
          <a:bodyPr/>
          <a:lstStyle/>
          <a:p>
            <a:br>
              <a:rPr lang="en-US" dirty="0"/>
            </a:br>
            <a:r>
              <a:rPr lang="en-US" dirty="0"/>
              <a:t>Josh Trutwin – Sr. Cloud Engineer</a:t>
            </a:r>
          </a:p>
          <a:p>
            <a:r>
              <a:rPr lang="en-US" dirty="0"/>
              <a:t>Thrivent Financial for Lutherans - Engineering Productivity / Provision Domain</a:t>
            </a:r>
          </a:p>
        </p:txBody>
      </p:sp>
      <p:sp>
        <p:nvSpPr>
          <p:cNvPr id="4" name="Slide Number Placeholder 3">
            <a:extLst>
              <a:ext uri="{FF2B5EF4-FFF2-40B4-BE49-F238E27FC236}">
                <a16:creationId xmlns:a16="http://schemas.microsoft.com/office/drawing/2014/main" id="{8CA949B7-22A7-40AA-8D35-C84C79C3055A}"/>
              </a:ext>
            </a:extLst>
          </p:cNvPr>
          <p:cNvSpPr>
            <a:spLocks noGrp="1"/>
          </p:cNvSpPr>
          <p:nvPr>
            <p:ph type="sldNum" sz="quarter" idx="12"/>
          </p:nvPr>
        </p:nvSpPr>
        <p:spPr/>
        <p:txBody>
          <a:bodyPr/>
          <a:lstStyle/>
          <a:p>
            <a:fld id="{C01D6077-7623-46CE-922B-5B1B61F10384}" type="slidenum">
              <a:rPr lang="en-GB" smtClean="0"/>
              <a:pPr/>
              <a:t>1</a:t>
            </a:fld>
            <a:endParaRPr lang="en-GB"/>
          </a:p>
        </p:txBody>
      </p:sp>
    </p:spTree>
    <p:extLst>
      <p:ext uri="{BB962C8B-B14F-4D97-AF65-F5344CB8AC3E}">
        <p14:creationId xmlns:p14="http://schemas.microsoft.com/office/powerpoint/2010/main" val="282635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A949B7-22A7-40AA-8D35-C84C79C3055A}"/>
              </a:ext>
            </a:extLst>
          </p:cNvPr>
          <p:cNvSpPr>
            <a:spLocks noGrp="1"/>
          </p:cNvSpPr>
          <p:nvPr>
            <p:ph type="sldNum" sz="quarter" idx="12"/>
          </p:nvPr>
        </p:nvSpPr>
        <p:spPr/>
        <p:txBody>
          <a:bodyPr/>
          <a:lstStyle/>
          <a:p>
            <a:fld id="{C01D6077-7623-46CE-922B-5B1B61F10384}" type="slidenum">
              <a:rPr lang="en-GB" smtClean="0"/>
              <a:pPr/>
              <a:t>2</a:t>
            </a:fld>
            <a:endParaRPr lang="en-GB"/>
          </a:p>
        </p:txBody>
      </p:sp>
      <p:sp>
        <p:nvSpPr>
          <p:cNvPr id="12" name="TextBox 11">
            <a:extLst>
              <a:ext uri="{FF2B5EF4-FFF2-40B4-BE49-F238E27FC236}">
                <a16:creationId xmlns:a16="http://schemas.microsoft.com/office/drawing/2014/main" id="{7E867840-23B9-2068-F96F-49612F06BB01}"/>
              </a:ext>
            </a:extLst>
          </p:cNvPr>
          <p:cNvSpPr txBox="1"/>
          <p:nvPr/>
        </p:nvSpPr>
        <p:spPr>
          <a:xfrm>
            <a:off x="1458930" y="219585"/>
            <a:ext cx="7613352" cy="584775"/>
          </a:xfrm>
          <a:prstGeom prst="rect">
            <a:avLst/>
          </a:prstGeom>
          <a:noFill/>
        </p:spPr>
        <p:txBody>
          <a:bodyPr wrap="square" rtlCol="0">
            <a:spAutoFit/>
          </a:bodyPr>
          <a:lstStyle/>
          <a:p>
            <a:pPr algn="ctr"/>
            <a:r>
              <a:rPr lang="en-US" sz="3200" dirty="0"/>
              <a:t>Disclaimer</a:t>
            </a:r>
          </a:p>
        </p:txBody>
      </p:sp>
      <p:sp>
        <p:nvSpPr>
          <p:cNvPr id="3" name="TextBox 2">
            <a:extLst>
              <a:ext uri="{FF2B5EF4-FFF2-40B4-BE49-F238E27FC236}">
                <a16:creationId xmlns:a16="http://schemas.microsoft.com/office/drawing/2014/main" id="{872E4211-27CA-FA55-CB9C-D7D6634B0A22}"/>
              </a:ext>
            </a:extLst>
          </p:cNvPr>
          <p:cNvSpPr txBox="1"/>
          <p:nvPr/>
        </p:nvSpPr>
        <p:spPr>
          <a:xfrm>
            <a:off x="388626" y="1073020"/>
            <a:ext cx="10717523" cy="4801314"/>
          </a:xfrm>
          <a:prstGeom prst="rect">
            <a:avLst/>
          </a:prstGeom>
          <a:noFill/>
        </p:spPr>
        <p:txBody>
          <a:bodyPr wrap="square" rtlCol="0">
            <a:spAutoFit/>
          </a:bodyPr>
          <a:lstStyle/>
          <a:p>
            <a:r>
              <a:rPr lang="en-US" dirty="0"/>
              <a:t>Even though the Thrivent logo is on this presentation I am not acting on behalf of Thrivent. My views are my own and not a reflection of the company, but as an employee and therefore representative of Thrivent I shall endeavor to uphold their core values:</a:t>
            </a:r>
            <a:br>
              <a:rPr lang="en-US" dirty="0"/>
            </a:br>
            <a:br>
              <a:rPr lang="en-US" dirty="0"/>
            </a:br>
            <a:r>
              <a:rPr lang="en-US" b="1" dirty="0"/>
              <a:t>Empathy</a:t>
            </a:r>
            <a:r>
              <a:rPr lang="en-US" dirty="0"/>
              <a:t>: Genuinely care for the concerns of others.</a:t>
            </a:r>
          </a:p>
          <a:p>
            <a:r>
              <a:rPr lang="en-US" b="1" dirty="0"/>
              <a:t>Authenticity</a:t>
            </a:r>
            <a:r>
              <a:rPr lang="en-US" dirty="0"/>
              <a:t>: Sincerely share what you believe and respect the lived experiences of others.</a:t>
            </a:r>
          </a:p>
          <a:p>
            <a:r>
              <a:rPr lang="en-US" b="1" dirty="0"/>
              <a:t>Impact</a:t>
            </a:r>
            <a:r>
              <a:rPr lang="en-US" dirty="0"/>
              <a:t>: Drive for tangible outcomes that solve problems and help people.</a:t>
            </a:r>
          </a:p>
          <a:p>
            <a:r>
              <a:rPr lang="en-US" b="1" dirty="0"/>
              <a:t>Commitment</a:t>
            </a:r>
            <a:r>
              <a:rPr lang="en-US" dirty="0"/>
              <a:t>: Strive for excellence and growth each day.</a:t>
            </a:r>
          </a:p>
          <a:p>
            <a:r>
              <a:rPr lang="en-US" b="1" dirty="0"/>
              <a:t>Gratitude</a:t>
            </a:r>
            <a:r>
              <a:rPr lang="en-US" dirty="0"/>
              <a:t>: Appreciate the true value of every moment. </a:t>
            </a:r>
          </a:p>
          <a:p>
            <a:endParaRPr lang="en-US" dirty="0"/>
          </a:p>
          <a:p>
            <a:r>
              <a:rPr lang="en-US" dirty="0"/>
              <a:t>My experience through the world of IT is vastly different than most and will be reflected in my views and opinions. I will do my best, but I may say something that is completely counter to what you experience over your career.</a:t>
            </a:r>
          </a:p>
          <a:p>
            <a:endParaRPr lang="en-US" dirty="0"/>
          </a:p>
          <a:p>
            <a:r>
              <a:rPr lang="en-US" dirty="0"/>
              <a:t>TL;DR – YMMV</a:t>
            </a:r>
          </a:p>
          <a:p>
            <a:endParaRPr lang="en-US" dirty="0"/>
          </a:p>
          <a:p>
            <a:r>
              <a:rPr lang="en-US" dirty="0"/>
              <a:t>Resources: https://</a:t>
            </a:r>
            <a:r>
              <a:rPr lang="en-US" dirty="0" err="1"/>
              <a:t>github.com</a:t>
            </a:r>
            <a:r>
              <a:rPr lang="en-US" dirty="0"/>
              <a:t>/</a:t>
            </a:r>
            <a:r>
              <a:rPr lang="en-US" dirty="0" err="1"/>
              <a:t>joshtrutwin</a:t>
            </a:r>
            <a:r>
              <a:rPr lang="en-US" dirty="0"/>
              <a:t>/cs340-presentation</a:t>
            </a:r>
          </a:p>
        </p:txBody>
      </p:sp>
    </p:spTree>
    <p:extLst>
      <p:ext uri="{BB962C8B-B14F-4D97-AF65-F5344CB8AC3E}">
        <p14:creationId xmlns:p14="http://schemas.microsoft.com/office/powerpoint/2010/main" val="175692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39DBE-5C12-95BA-20DA-17FC8A2ADC9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7AC0DC-6240-E13D-CBCF-525B881F7EC4}"/>
              </a:ext>
            </a:extLst>
          </p:cNvPr>
          <p:cNvSpPr>
            <a:spLocks noGrp="1"/>
          </p:cNvSpPr>
          <p:nvPr>
            <p:ph type="sldNum" sz="quarter" idx="12"/>
          </p:nvPr>
        </p:nvSpPr>
        <p:spPr/>
        <p:txBody>
          <a:bodyPr/>
          <a:lstStyle/>
          <a:p>
            <a:fld id="{C01D6077-7623-46CE-922B-5B1B61F10384}" type="slidenum">
              <a:rPr lang="en-GB" smtClean="0"/>
              <a:pPr/>
              <a:t>3</a:t>
            </a:fld>
            <a:endParaRPr lang="en-GB" dirty="0"/>
          </a:p>
        </p:txBody>
      </p:sp>
      <p:sp>
        <p:nvSpPr>
          <p:cNvPr id="12" name="TextBox 11">
            <a:extLst>
              <a:ext uri="{FF2B5EF4-FFF2-40B4-BE49-F238E27FC236}">
                <a16:creationId xmlns:a16="http://schemas.microsoft.com/office/drawing/2014/main" id="{C91EB1D5-EC3F-F643-6966-37F3743096EB}"/>
              </a:ext>
            </a:extLst>
          </p:cNvPr>
          <p:cNvSpPr txBox="1"/>
          <p:nvPr/>
        </p:nvSpPr>
        <p:spPr>
          <a:xfrm>
            <a:off x="1458930" y="219585"/>
            <a:ext cx="7559564" cy="584775"/>
          </a:xfrm>
          <a:prstGeom prst="rect">
            <a:avLst/>
          </a:prstGeom>
          <a:noFill/>
        </p:spPr>
        <p:txBody>
          <a:bodyPr wrap="square" rtlCol="0">
            <a:spAutoFit/>
          </a:bodyPr>
          <a:lstStyle/>
          <a:p>
            <a:pPr algn="ctr"/>
            <a:r>
              <a:rPr lang="en-US" sz="3200" dirty="0"/>
              <a:t>A Little About Me….</a:t>
            </a:r>
          </a:p>
        </p:txBody>
      </p:sp>
      <p:sp>
        <p:nvSpPr>
          <p:cNvPr id="3" name="TextBox 2">
            <a:extLst>
              <a:ext uri="{FF2B5EF4-FFF2-40B4-BE49-F238E27FC236}">
                <a16:creationId xmlns:a16="http://schemas.microsoft.com/office/drawing/2014/main" id="{E6FE1F5E-D15B-EFA4-E932-62AC01E96F6C}"/>
              </a:ext>
            </a:extLst>
          </p:cNvPr>
          <p:cNvSpPr txBox="1"/>
          <p:nvPr/>
        </p:nvSpPr>
        <p:spPr>
          <a:xfrm>
            <a:off x="388627" y="1073021"/>
            <a:ext cx="9175250" cy="646331"/>
          </a:xfrm>
          <a:prstGeom prst="rect">
            <a:avLst/>
          </a:prstGeom>
          <a:noFill/>
        </p:spPr>
        <p:txBody>
          <a:bodyPr wrap="square" rtlCol="0">
            <a:spAutoFit/>
          </a:bodyPr>
          <a:lstStyle/>
          <a:p>
            <a:pPr marL="285750" indent="-285750">
              <a:buFont typeface="Arial" panose="020B0604020202020204" pitchFamily="34" charset="0"/>
              <a:buChar char="•"/>
            </a:pPr>
            <a:r>
              <a:rPr lang="en-US" dirty="0"/>
              <a:t>Born in 1975 and grew up on a farm in central MN – band kid, shy, first computer was Apple 2C – Oregon Trail and typing practice every Wednesday in grade school!</a:t>
            </a:r>
          </a:p>
        </p:txBody>
      </p:sp>
      <p:pic>
        <p:nvPicPr>
          <p:cNvPr id="1026" name="Picture 2" descr="Apple IIc - Wikipedia">
            <a:extLst>
              <a:ext uri="{FF2B5EF4-FFF2-40B4-BE49-F238E27FC236}">
                <a16:creationId xmlns:a16="http://schemas.microsoft.com/office/drawing/2014/main" id="{95D79A4A-DE25-48F7-899E-DD858154F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103" y="1988013"/>
            <a:ext cx="2976563" cy="29765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laying Every Apple II Floppy Episode 50 | Sneakers">
            <a:extLst>
              <a:ext uri="{FF2B5EF4-FFF2-40B4-BE49-F238E27FC236}">
                <a16:creationId xmlns:a16="http://schemas.microsoft.com/office/drawing/2014/main" id="{A0578D69-2862-442A-AD80-C368D383F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9551" y="1957433"/>
            <a:ext cx="3780366" cy="21264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50 years of The Oregon Trail: The hidden controversies of a video game that  defined the US">
            <a:extLst>
              <a:ext uri="{FF2B5EF4-FFF2-40B4-BE49-F238E27FC236}">
                <a16:creationId xmlns:a16="http://schemas.microsoft.com/office/drawing/2014/main" id="{4E347DC1-3812-EF8C-79F7-4B86D353F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0950" y="1906236"/>
            <a:ext cx="396240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369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6CA5-8301-8930-678F-8EDB431EDD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24B6F9-3457-058F-DF17-D0A7BD0294F4}"/>
              </a:ext>
            </a:extLst>
          </p:cNvPr>
          <p:cNvSpPr>
            <a:spLocks noGrp="1"/>
          </p:cNvSpPr>
          <p:nvPr>
            <p:ph type="sldNum" sz="quarter" idx="12"/>
          </p:nvPr>
        </p:nvSpPr>
        <p:spPr/>
        <p:txBody>
          <a:bodyPr/>
          <a:lstStyle/>
          <a:p>
            <a:fld id="{C01D6077-7623-46CE-922B-5B1B61F10384}" type="slidenum">
              <a:rPr lang="en-GB" smtClean="0"/>
              <a:pPr/>
              <a:t>4</a:t>
            </a:fld>
            <a:endParaRPr lang="en-GB" dirty="0"/>
          </a:p>
        </p:txBody>
      </p:sp>
      <p:sp>
        <p:nvSpPr>
          <p:cNvPr id="12" name="TextBox 11">
            <a:extLst>
              <a:ext uri="{FF2B5EF4-FFF2-40B4-BE49-F238E27FC236}">
                <a16:creationId xmlns:a16="http://schemas.microsoft.com/office/drawing/2014/main" id="{C11DED36-8BF9-4B16-716B-EE923F1E9D36}"/>
              </a:ext>
            </a:extLst>
          </p:cNvPr>
          <p:cNvSpPr txBox="1"/>
          <p:nvPr/>
        </p:nvSpPr>
        <p:spPr>
          <a:xfrm>
            <a:off x="1458930" y="219585"/>
            <a:ext cx="7559564" cy="584775"/>
          </a:xfrm>
          <a:prstGeom prst="rect">
            <a:avLst/>
          </a:prstGeom>
          <a:noFill/>
        </p:spPr>
        <p:txBody>
          <a:bodyPr wrap="square" rtlCol="0">
            <a:spAutoFit/>
          </a:bodyPr>
          <a:lstStyle/>
          <a:p>
            <a:pPr algn="ctr"/>
            <a:r>
              <a:rPr lang="en-US" sz="3200" dirty="0"/>
              <a:t>A Little About Me….</a:t>
            </a:r>
          </a:p>
        </p:txBody>
      </p:sp>
      <p:sp>
        <p:nvSpPr>
          <p:cNvPr id="3" name="TextBox 2">
            <a:extLst>
              <a:ext uri="{FF2B5EF4-FFF2-40B4-BE49-F238E27FC236}">
                <a16:creationId xmlns:a16="http://schemas.microsoft.com/office/drawing/2014/main" id="{5E361FDC-8DF7-CC74-0A34-25E2BDE8B968}"/>
              </a:ext>
            </a:extLst>
          </p:cNvPr>
          <p:cNvSpPr txBox="1"/>
          <p:nvPr/>
        </p:nvSpPr>
        <p:spPr>
          <a:xfrm>
            <a:off x="388627" y="1073021"/>
            <a:ext cx="10993748" cy="4247317"/>
          </a:xfrm>
          <a:prstGeom prst="rect">
            <a:avLst/>
          </a:prstGeom>
          <a:noFill/>
        </p:spPr>
        <p:txBody>
          <a:bodyPr wrap="square" rtlCol="0">
            <a:spAutoFit/>
          </a:bodyPr>
          <a:lstStyle/>
          <a:p>
            <a:pPr marL="285750" indent="-285750">
              <a:buFont typeface="Arial" panose="020B0604020202020204" pitchFamily="34" charset="0"/>
              <a:buChar char="•"/>
            </a:pPr>
            <a:r>
              <a:rPr lang="en-US" dirty="0"/>
              <a:t>My dad as the oldest was denied the opportunity to finish college and had to take over the farm, he  knew small farming had no future so encouraged me to go to college. My mom worked overnight shifts as a nurse at St. Cloud Hospital to help pay the bills.</a:t>
            </a:r>
          </a:p>
          <a:p>
            <a:pPr marL="285750" indent="-285750">
              <a:buFont typeface="Arial" panose="020B0604020202020204" pitchFamily="34" charset="0"/>
              <a:buChar char="•"/>
            </a:pPr>
            <a:r>
              <a:rPr lang="en-US" dirty="0"/>
              <a:t>Went to St. John’s University, started out as a Chemistry major until gen chem 2 wrecked me. Switched to Math, then switched to Math/CS (combined major), then added a double major in Music and did a 4.5 year. Best years of my life, studied abroad in Ireland, got out of my shell a bit. </a:t>
            </a:r>
          </a:p>
          <a:p>
            <a:pPr marL="285750" indent="-285750">
              <a:buFont typeface="Arial" panose="020B0604020202020204" pitchFamily="34" charset="0"/>
              <a:buChar char="•"/>
            </a:pPr>
            <a:r>
              <a:rPr lang="en-US" dirty="0"/>
              <a:t>Got picked out by a monk who was my FR in my dorm to work in the Administrative Computing Center starting my sophomore year, stayed on thru summer. My first real experience with IT. Mainframes, VAX, Command Line, line printers. It was real work too which is a rarity for students. </a:t>
            </a:r>
          </a:p>
          <a:p>
            <a:pPr marL="285750" indent="-285750">
              <a:buFont typeface="Arial" panose="020B0604020202020204" pitchFamily="34" charset="0"/>
              <a:buChar char="•"/>
            </a:pPr>
            <a:r>
              <a:rPr lang="en-US" dirty="0"/>
              <a:t>Spent part of my later summers also working for the Unix administrator doing hardware / software upgrades etc. Built a web phone book app for him using </a:t>
            </a:r>
            <a:r>
              <a:rPr lang="en-US" dirty="0" err="1"/>
              <a:t>perl</a:t>
            </a:r>
            <a:r>
              <a:rPr lang="en-US" dirty="0"/>
              <a:t> / </a:t>
            </a:r>
            <a:r>
              <a:rPr lang="en-US" dirty="0" err="1"/>
              <a:t>cgi</a:t>
            </a:r>
            <a:r>
              <a:rPr lang="en-US" dirty="0"/>
              <a:t>-bin.</a:t>
            </a:r>
          </a:p>
          <a:p>
            <a:pPr marL="285750" indent="-285750">
              <a:buFont typeface="Arial" panose="020B0604020202020204" pitchFamily="34" charset="0"/>
              <a:buChar char="•"/>
            </a:pPr>
            <a:r>
              <a:rPr lang="en-US" dirty="0"/>
              <a:t>LOVED my CS classes, just ate it up. Math classes were more challenging and frustrating, not sure how I passed Linear Algebra. Music classes I focused on Piano performance but joined a band and a choir.</a:t>
            </a:r>
            <a:br>
              <a:rPr lang="en-US" dirty="0"/>
            </a:br>
            <a:endParaRPr lang="en-US" dirty="0"/>
          </a:p>
          <a:p>
            <a:pPr marL="285750" indent="-285750">
              <a:buFont typeface="Arial" panose="020B0604020202020204" pitchFamily="34" charset="0"/>
              <a:buChar char="•"/>
            </a:pPr>
            <a:r>
              <a:rPr lang="en-US" dirty="0"/>
              <a:t>C/C++, Perl, FOCUS, COBOL, VAX VMS, SIS, SGI </a:t>
            </a:r>
            <a:r>
              <a:rPr lang="en-US" dirty="0" err="1"/>
              <a:t>Irix</a:t>
            </a:r>
            <a:r>
              <a:rPr lang="en-US" dirty="0"/>
              <a:t> OS, Windows 3.1!</a:t>
            </a:r>
          </a:p>
        </p:txBody>
      </p:sp>
    </p:spTree>
    <p:extLst>
      <p:ext uri="{BB962C8B-B14F-4D97-AF65-F5344CB8AC3E}">
        <p14:creationId xmlns:p14="http://schemas.microsoft.com/office/powerpoint/2010/main" val="3760376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DF0F-568C-5696-A433-0D6194C1907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279D6A-14C7-1BF4-3F5D-43DC636EC994}"/>
              </a:ext>
            </a:extLst>
          </p:cNvPr>
          <p:cNvSpPr>
            <a:spLocks noGrp="1"/>
          </p:cNvSpPr>
          <p:nvPr>
            <p:ph type="sldNum" sz="quarter" idx="12"/>
          </p:nvPr>
        </p:nvSpPr>
        <p:spPr/>
        <p:txBody>
          <a:bodyPr/>
          <a:lstStyle/>
          <a:p>
            <a:fld id="{C01D6077-7623-46CE-922B-5B1B61F10384}" type="slidenum">
              <a:rPr lang="en-GB" smtClean="0"/>
              <a:pPr/>
              <a:t>5</a:t>
            </a:fld>
            <a:endParaRPr lang="en-GB" dirty="0"/>
          </a:p>
        </p:txBody>
      </p:sp>
      <p:sp>
        <p:nvSpPr>
          <p:cNvPr id="12" name="TextBox 11">
            <a:extLst>
              <a:ext uri="{FF2B5EF4-FFF2-40B4-BE49-F238E27FC236}">
                <a16:creationId xmlns:a16="http://schemas.microsoft.com/office/drawing/2014/main" id="{B5948B29-12B8-57D1-A330-3220046F0712}"/>
              </a:ext>
            </a:extLst>
          </p:cNvPr>
          <p:cNvSpPr txBox="1"/>
          <p:nvPr/>
        </p:nvSpPr>
        <p:spPr>
          <a:xfrm>
            <a:off x="1458930" y="219585"/>
            <a:ext cx="7559564" cy="584775"/>
          </a:xfrm>
          <a:prstGeom prst="rect">
            <a:avLst/>
          </a:prstGeom>
          <a:noFill/>
        </p:spPr>
        <p:txBody>
          <a:bodyPr wrap="square" rtlCol="0">
            <a:spAutoFit/>
          </a:bodyPr>
          <a:lstStyle/>
          <a:p>
            <a:pPr algn="ctr"/>
            <a:r>
              <a:rPr lang="en-US" sz="3200" dirty="0"/>
              <a:t>My First Real Job – United Defense</a:t>
            </a:r>
          </a:p>
        </p:txBody>
      </p:sp>
      <p:sp>
        <p:nvSpPr>
          <p:cNvPr id="3" name="TextBox 2">
            <a:extLst>
              <a:ext uri="{FF2B5EF4-FFF2-40B4-BE49-F238E27FC236}">
                <a16:creationId xmlns:a16="http://schemas.microsoft.com/office/drawing/2014/main" id="{AF71563C-81BB-BC2C-2565-7B0A6B8D1D47}"/>
              </a:ext>
            </a:extLst>
          </p:cNvPr>
          <p:cNvSpPr txBox="1"/>
          <p:nvPr/>
        </p:nvSpPr>
        <p:spPr>
          <a:xfrm>
            <a:off x="388627" y="1073021"/>
            <a:ext cx="1099374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One of the CSCI profs went back to industry and recruited heavily at CSB/SJU. I had about 8 different job offers (it was different back then) but I went here because the work seemed interesting, and matched my skills (C/C++ and SGI </a:t>
            </a:r>
            <a:r>
              <a:rPr lang="en-US" dirty="0" err="1"/>
              <a:t>Irix</a:t>
            </a:r>
            <a:r>
              <a:rPr lang="en-US" dirty="0"/>
              <a:t>)</a:t>
            </a:r>
          </a:p>
          <a:p>
            <a:pPr marL="285750" indent="-285750">
              <a:buFont typeface="Arial" panose="020B0604020202020204" pitchFamily="34" charset="0"/>
              <a:buChar char="•"/>
            </a:pPr>
            <a:r>
              <a:rPr lang="en-US" dirty="0"/>
              <a:t>Fridley, MN – the farm kid moves to the metro…</a:t>
            </a:r>
          </a:p>
          <a:p>
            <a:pPr marL="285750" indent="-285750">
              <a:buFont typeface="Arial" panose="020B0604020202020204" pitchFamily="34" charset="0"/>
              <a:buChar char="•"/>
            </a:pPr>
            <a:r>
              <a:rPr lang="en-US" dirty="0"/>
              <a:t>Modeling and Simulation Team – rapid development methodologies.</a:t>
            </a:r>
          </a:p>
          <a:p>
            <a:pPr marL="285750" indent="-285750">
              <a:buFont typeface="Arial" panose="020B0604020202020204" pitchFamily="34" charset="0"/>
              <a:buChar char="•"/>
            </a:pPr>
            <a:r>
              <a:rPr lang="en-US" dirty="0"/>
              <a:t>Army program – “Crusader” SPH (Self Propelled Howitzer) – created computer based models on state of the art SGI rendering workstations (keep in mind this was 1999) which showed a user interface, an external view, and an internal CAD view of hardware in motion.</a:t>
            </a:r>
          </a:p>
          <a:p>
            <a:pPr marL="285750" indent="-285750">
              <a:buFont typeface="Arial" panose="020B0604020202020204" pitchFamily="34" charset="0"/>
              <a:buChar char="•"/>
            </a:pPr>
            <a:r>
              <a:rPr lang="en-US" dirty="0"/>
              <a:t>Lots of red tape, lots of document review, very weird building to work in</a:t>
            </a:r>
          </a:p>
          <a:p>
            <a:pPr marL="285750" indent="-285750">
              <a:buFont typeface="Arial" panose="020B0604020202020204" pitchFamily="34" charset="0"/>
              <a:buChar char="•"/>
            </a:pPr>
            <a:r>
              <a:rPr lang="en-US" dirty="0"/>
              <a:t>Learned how to deal with nerves, </a:t>
            </a:r>
            <a:r>
              <a:rPr lang="en-US" dirty="0" err="1"/>
              <a:t>demo’d</a:t>
            </a:r>
            <a:r>
              <a:rPr lang="en-US" dirty="0"/>
              <a:t> to a lot of high ranking members of US Army and numerous congressional staffers and occasionally senators</a:t>
            </a:r>
          </a:p>
          <a:p>
            <a:pPr marL="285750" indent="-285750">
              <a:buFont typeface="Arial" panose="020B0604020202020204" pitchFamily="34" charset="0"/>
              <a:buChar char="•"/>
            </a:pPr>
            <a:r>
              <a:rPr lang="en-US" dirty="0"/>
              <a:t>MSSE 2-year terminal degree from U of M paid for by United Defense. Master of Science in Software Engineering. Lot of fluff classes but the Database course was my favorite. Started self studying for Oracle database certs. </a:t>
            </a:r>
            <a:br>
              <a:rPr lang="en-US" dirty="0"/>
            </a:br>
            <a:endParaRPr lang="en-US" dirty="0"/>
          </a:p>
          <a:p>
            <a:pPr marL="285750" indent="-285750">
              <a:buFont typeface="Arial" panose="020B0604020202020204" pitchFamily="34" charset="0"/>
              <a:buChar char="•"/>
            </a:pPr>
            <a:r>
              <a:rPr lang="en-US" dirty="0"/>
              <a:t>C/C++, Ada (!), VAPS, CVS/SVN, SGI </a:t>
            </a:r>
            <a:r>
              <a:rPr lang="en-US" dirty="0" err="1"/>
              <a:t>Irix</a:t>
            </a:r>
            <a:endParaRPr lang="en-US" dirty="0"/>
          </a:p>
        </p:txBody>
      </p:sp>
      <p:sp>
        <p:nvSpPr>
          <p:cNvPr id="5" name="TextBox 4">
            <a:extLst>
              <a:ext uri="{FF2B5EF4-FFF2-40B4-BE49-F238E27FC236}">
                <a16:creationId xmlns:a16="http://schemas.microsoft.com/office/drawing/2014/main" id="{BF41F8F7-EEB5-4863-EB00-5012488AFFC5}"/>
              </a:ext>
            </a:extLst>
          </p:cNvPr>
          <p:cNvSpPr txBox="1"/>
          <p:nvPr/>
        </p:nvSpPr>
        <p:spPr>
          <a:xfrm>
            <a:off x="3048000" y="3244334"/>
            <a:ext cx="6096000" cy="369332"/>
          </a:xfrm>
          <a:prstGeom prst="rect">
            <a:avLst/>
          </a:prstGeom>
          <a:noFill/>
        </p:spPr>
        <p:txBody>
          <a:bodyPr wrap="square">
            <a:spAutoFit/>
          </a:bodyPr>
          <a:lstStyle/>
          <a:p>
            <a:r>
              <a:rPr lang="en-US" dirty="0" err="1"/>
              <a:t>aws_cloudwatch_event_rule</a:t>
            </a:r>
            <a:endParaRPr lang="en-US" dirty="0"/>
          </a:p>
        </p:txBody>
      </p:sp>
    </p:spTree>
    <p:extLst>
      <p:ext uri="{BB962C8B-B14F-4D97-AF65-F5344CB8AC3E}">
        <p14:creationId xmlns:p14="http://schemas.microsoft.com/office/powerpoint/2010/main" val="167702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40FA4-DA6A-7BDF-F30C-6BC7E2579E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685F0D-C902-33A1-9C3B-C481138F2BF3}"/>
              </a:ext>
            </a:extLst>
          </p:cNvPr>
          <p:cNvSpPr>
            <a:spLocks noGrp="1"/>
          </p:cNvSpPr>
          <p:nvPr>
            <p:ph type="sldNum" sz="quarter" idx="12"/>
          </p:nvPr>
        </p:nvSpPr>
        <p:spPr/>
        <p:txBody>
          <a:bodyPr/>
          <a:lstStyle/>
          <a:p>
            <a:fld id="{C01D6077-7623-46CE-922B-5B1B61F10384}" type="slidenum">
              <a:rPr lang="en-GB" smtClean="0"/>
              <a:pPr/>
              <a:t>6</a:t>
            </a:fld>
            <a:endParaRPr lang="en-GB" dirty="0"/>
          </a:p>
        </p:txBody>
      </p:sp>
      <p:sp>
        <p:nvSpPr>
          <p:cNvPr id="12" name="TextBox 11">
            <a:extLst>
              <a:ext uri="{FF2B5EF4-FFF2-40B4-BE49-F238E27FC236}">
                <a16:creationId xmlns:a16="http://schemas.microsoft.com/office/drawing/2014/main" id="{45A25D35-2571-963B-C68D-FFDA2785F967}"/>
              </a:ext>
            </a:extLst>
          </p:cNvPr>
          <p:cNvSpPr txBox="1"/>
          <p:nvPr/>
        </p:nvSpPr>
        <p:spPr>
          <a:xfrm>
            <a:off x="1458930" y="219585"/>
            <a:ext cx="7559564" cy="584775"/>
          </a:xfrm>
          <a:prstGeom prst="rect">
            <a:avLst/>
          </a:prstGeom>
          <a:noFill/>
        </p:spPr>
        <p:txBody>
          <a:bodyPr wrap="square" rtlCol="0">
            <a:spAutoFit/>
          </a:bodyPr>
          <a:lstStyle/>
          <a:p>
            <a:pPr algn="ctr"/>
            <a:r>
              <a:rPr lang="en-US" sz="3200" dirty="0"/>
              <a:t>This job stuff sucks, self employment?</a:t>
            </a:r>
          </a:p>
        </p:txBody>
      </p:sp>
      <p:sp>
        <p:nvSpPr>
          <p:cNvPr id="3" name="TextBox 2">
            <a:extLst>
              <a:ext uri="{FF2B5EF4-FFF2-40B4-BE49-F238E27FC236}">
                <a16:creationId xmlns:a16="http://schemas.microsoft.com/office/drawing/2014/main" id="{95AC2AA7-E686-CA86-4BD4-E9203F08E276}"/>
              </a:ext>
            </a:extLst>
          </p:cNvPr>
          <p:cNvSpPr txBox="1"/>
          <p:nvPr/>
        </p:nvSpPr>
        <p:spPr>
          <a:xfrm>
            <a:off x="388627" y="1073021"/>
            <a:ext cx="1099374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While working at United Defense I did a lot of self study and decided I really liked doing web development and server hosting. I wanted to eventually be a sys or database administrator. United Defense didn’t have a lot of opportunity for this. </a:t>
            </a:r>
          </a:p>
          <a:p>
            <a:pPr marL="285750" indent="-285750">
              <a:buFont typeface="Arial" panose="020B0604020202020204" pitchFamily="34" charset="0"/>
              <a:buChar char="•"/>
            </a:pPr>
            <a:r>
              <a:rPr lang="en-US" dirty="0"/>
              <a:t>Set up </a:t>
            </a:r>
            <a:r>
              <a:rPr lang="en-US" dirty="0" err="1"/>
              <a:t>Netbits</a:t>
            </a:r>
            <a:r>
              <a:rPr lang="en-US" dirty="0"/>
              <a:t>, Inc. and partnered with </a:t>
            </a:r>
            <a:r>
              <a:rPr lang="en-US" dirty="0" err="1"/>
              <a:t>Fastconcepts</a:t>
            </a:r>
            <a:r>
              <a:rPr lang="en-US" dirty="0"/>
              <a:t>, Inc. both 1-person S-Corp entities, </a:t>
            </a:r>
            <a:r>
              <a:rPr lang="en-US" dirty="0" err="1"/>
              <a:t>Fastconcepts</a:t>
            </a:r>
            <a:r>
              <a:rPr lang="en-US" dirty="0"/>
              <a:t> was another coworker at United Defense. He left before me and enjoyed the self-employed life.</a:t>
            </a:r>
          </a:p>
          <a:p>
            <a:pPr marL="285750" indent="-285750">
              <a:buFont typeface="Arial" panose="020B0604020202020204" pitchFamily="34" charset="0"/>
              <a:buChar char="•"/>
            </a:pPr>
            <a:r>
              <a:rPr lang="en-US" dirty="0"/>
              <a:t>I made a go of it, but it didn’t last long as a full time activity that paid the bills. Took on some debt while trying to get off the ground.</a:t>
            </a:r>
          </a:p>
          <a:p>
            <a:pPr marL="285750" indent="-285750">
              <a:buFont typeface="Arial" panose="020B0604020202020204" pitchFamily="34" charset="0"/>
              <a:buChar char="•"/>
            </a:pPr>
            <a:r>
              <a:rPr lang="en-US" dirty="0"/>
              <a:t>Worked for a lot of shady people and other self-employed people who had less money than me</a:t>
            </a:r>
          </a:p>
          <a:p>
            <a:pPr marL="285750" indent="-285750">
              <a:buFont typeface="Arial" panose="020B0604020202020204" pitchFamily="34" charset="0"/>
              <a:buChar char="•"/>
            </a:pPr>
            <a:r>
              <a:rPr lang="en-US" dirty="0"/>
              <a:t>I hated the marketing and billing aspects of this and after about half a year decided that was enough</a:t>
            </a:r>
          </a:p>
          <a:p>
            <a:pPr marL="285750" indent="-285750">
              <a:buFont typeface="Arial" panose="020B0604020202020204" pitchFamily="34" charset="0"/>
              <a:buChar char="•"/>
            </a:pPr>
            <a:r>
              <a:rPr lang="en-US" dirty="0"/>
              <a:t>I kept the business and used it more for part time work and hosting web sites for myself, my friends and a few clients I kept, and all of </a:t>
            </a:r>
            <a:r>
              <a:rPr lang="en-US" dirty="0" err="1"/>
              <a:t>Fastconcepts</a:t>
            </a:r>
            <a:r>
              <a:rPr lang="en-US" dirty="0"/>
              <a:t> clients…</a:t>
            </a:r>
          </a:p>
          <a:p>
            <a:pPr marL="285750" indent="-285750">
              <a:buFont typeface="Arial" panose="020B0604020202020204" pitchFamily="34" charset="0"/>
              <a:buChar char="•"/>
            </a:pPr>
            <a:r>
              <a:rPr lang="en-US" dirty="0"/>
              <a:t>Started teaching adjunct classes at Metropolitan State University to supplement income.</a:t>
            </a:r>
            <a:br>
              <a:rPr lang="en-US" dirty="0"/>
            </a:br>
            <a:endParaRPr lang="en-US" dirty="0"/>
          </a:p>
          <a:p>
            <a:pPr marL="285750" indent="-285750">
              <a:buFont typeface="Arial" panose="020B0604020202020204" pitchFamily="34" charset="0"/>
              <a:buChar char="•"/>
            </a:pPr>
            <a:r>
              <a:rPr lang="en-US" dirty="0"/>
              <a:t>Co-Lo server hosting, Linux Systems Administration, Email Hosting, SPAM Filtering, Web Hosting, DNS Hosting, </a:t>
            </a:r>
            <a:r>
              <a:rPr lang="en-US" dirty="0" err="1"/>
              <a:t>PhP</a:t>
            </a:r>
            <a:r>
              <a:rPr lang="en-US" dirty="0"/>
              <a:t>, MySQL, </a:t>
            </a:r>
            <a:r>
              <a:rPr lang="en-US" dirty="0" err="1"/>
              <a:t>etc</a:t>
            </a:r>
            <a:endParaRPr lang="en-US" dirty="0"/>
          </a:p>
          <a:p>
            <a:pPr marL="285750" indent="-285750">
              <a:buFont typeface="Arial" panose="020B0604020202020204" pitchFamily="34" charset="0"/>
              <a:buChar char="•"/>
            </a:pPr>
            <a:r>
              <a:rPr lang="en-US" dirty="0"/>
              <a:t>.5 years full time, still have the S-Corp to this day but want to terminate it…</a:t>
            </a:r>
          </a:p>
        </p:txBody>
      </p:sp>
    </p:spTree>
    <p:extLst>
      <p:ext uri="{BB962C8B-B14F-4D97-AF65-F5344CB8AC3E}">
        <p14:creationId xmlns:p14="http://schemas.microsoft.com/office/powerpoint/2010/main" val="2041806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A5379-DD4E-2600-986C-FD2AB9E7C0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1EFA4E-1B68-AA48-E21A-3AFF23FFFC6E}"/>
              </a:ext>
            </a:extLst>
          </p:cNvPr>
          <p:cNvSpPr>
            <a:spLocks noGrp="1"/>
          </p:cNvSpPr>
          <p:nvPr>
            <p:ph type="sldNum" sz="quarter" idx="12"/>
          </p:nvPr>
        </p:nvSpPr>
        <p:spPr/>
        <p:txBody>
          <a:bodyPr/>
          <a:lstStyle/>
          <a:p>
            <a:fld id="{C01D6077-7623-46CE-922B-5B1B61F10384}" type="slidenum">
              <a:rPr lang="en-GB" smtClean="0"/>
              <a:pPr/>
              <a:t>7</a:t>
            </a:fld>
            <a:endParaRPr lang="en-GB" dirty="0"/>
          </a:p>
        </p:txBody>
      </p:sp>
      <p:sp>
        <p:nvSpPr>
          <p:cNvPr id="12" name="TextBox 11">
            <a:extLst>
              <a:ext uri="{FF2B5EF4-FFF2-40B4-BE49-F238E27FC236}">
                <a16:creationId xmlns:a16="http://schemas.microsoft.com/office/drawing/2014/main" id="{0679BED0-7C90-169B-7FCF-CEC116A2F2CA}"/>
              </a:ext>
            </a:extLst>
          </p:cNvPr>
          <p:cNvSpPr txBox="1"/>
          <p:nvPr/>
        </p:nvSpPr>
        <p:spPr>
          <a:xfrm>
            <a:off x="1458930" y="219585"/>
            <a:ext cx="7559564" cy="584775"/>
          </a:xfrm>
          <a:prstGeom prst="rect">
            <a:avLst/>
          </a:prstGeom>
          <a:noFill/>
        </p:spPr>
        <p:txBody>
          <a:bodyPr wrap="square" rtlCol="0">
            <a:spAutoFit/>
          </a:bodyPr>
          <a:lstStyle/>
          <a:p>
            <a:pPr algn="ctr"/>
            <a:r>
              <a:rPr lang="en-US" sz="3200" dirty="0"/>
              <a:t>Bankers Systems – Commuting I</a:t>
            </a:r>
          </a:p>
        </p:txBody>
      </p:sp>
      <p:sp>
        <p:nvSpPr>
          <p:cNvPr id="3" name="TextBox 2">
            <a:extLst>
              <a:ext uri="{FF2B5EF4-FFF2-40B4-BE49-F238E27FC236}">
                <a16:creationId xmlns:a16="http://schemas.microsoft.com/office/drawing/2014/main" id="{8A61F7D8-D7A4-164E-7449-6ADC99E13493}"/>
              </a:ext>
            </a:extLst>
          </p:cNvPr>
          <p:cNvSpPr txBox="1"/>
          <p:nvPr/>
        </p:nvSpPr>
        <p:spPr>
          <a:xfrm>
            <a:off x="388627" y="1073021"/>
            <a:ext cx="10993748" cy="4247317"/>
          </a:xfrm>
          <a:prstGeom prst="rect">
            <a:avLst/>
          </a:prstGeom>
          <a:noFill/>
        </p:spPr>
        <p:txBody>
          <a:bodyPr wrap="square" rtlCol="0">
            <a:spAutoFit/>
          </a:bodyPr>
          <a:lstStyle/>
          <a:p>
            <a:pPr marL="285750" indent="-285750">
              <a:buFont typeface="Arial" panose="020B0604020202020204" pitchFamily="34" charset="0"/>
              <a:buChar char="•"/>
            </a:pPr>
            <a:r>
              <a:rPr lang="en-US" dirty="0"/>
              <a:t>Self-employment was an interesting idea, but I could never manage the non-technical aspects.</a:t>
            </a:r>
          </a:p>
          <a:p>
            <a:pPr marL="285750" indent="-285750">
              <a:buFont typeface="Arial" panose="020B0604020202020204" pitchFamily="34" charset="0"/>
              <a:buChar char="•"/>
            </a:pPr>
            <a:r>
              <a:rPr lang="en-US" dirty="0"/>
              <a:t>Talked to a head-hunter type company who was able to place me at Bankers Systems in St. Cloud.</a:t>
            </a:r>
          </a:p>
          <a:p>
            <a:pPr marL="285750" indent="-285750">
              <a:buFont typeface="Arial" panose="020B0604020202020204" pitchFamily="34" charset="0"/>
              <a:buChar char="•"/>
            </a:pPr>
            <a:r>
              <a:rPr lang="en-US" dirty="0"/>
              <a:t>My wife and I knew we would eventually live in the St. Cloud area to be closer to grandparents and away from the grind of the metro so this seemed like a good idea at the time…</a:t>
            </a:r>
          </a:p>
          <a:p>
            <a:pPr marL="285750" indent="-285750">
              <a:buFont typeface="Arial" panose="020B0604020202020204" pitchFamily="34" charset="0"/>
              <a:buChar char="•"/>
            </a:pPr>
            <a:r>
              <a:rPr lang="en-US" dirty="0"/>
              <a:t>Started reverse commuting from Minneapolis to St. Cloud. Freeways were less crowed this way but still winters were tough, and the time was brutal. 694 was 2 lanes still... Listened to many audio books.</a:t>
            </a:r>
          </a:p>
          <a:p>
            <a:pPr marL="285750" indent="-285750">
              <a:buFont typeface="Arial" panose="020B0604020202020204" pitchFamily="34" charset="0"/>
              <a:buChar char="•"/>
            </a:pPr>
            <a:r>
              <a:rPr lang="en-US" dirty="0"/>
              <a:t>Work as a contractor was brutal, XML docs, large shared “pod” style room</a:t>
            </a:r>
          </a:p>
          <a:p>
            <a:pPr marL="285750" indent="-285750">
              <a:buFont typeface="Arial" panose="020B0604020202020204" pitchFamily="34" charset="0"/>
              <a:buChar char="•"/>
            </a:pPr>
            <a:r>
              <a:rPr lang="en-US" dirty="0"/>
              <a:t>Helped a person in legal with an Excel macro and raised my hand a lot for other projects, eventually got noticed enough to get an opportunity to convert to full time as a Data Analyst</a:t>
            </a:r>
          </a:p>
          <a:p>
            <a:pPr marL="285750" indent="-285750">
              <a:buFont typeface="Arial" panose="020B0604020202020204" pitchFamily="34" charset="0"/>
              <a:buChar char="•"/>
            </a:pPr>
            <a:r>
              <a:rPr lang="en-US" dirty="0"/>
              <a:t>Worked with a large Access Database and wrote scripts against it using </a:t>
            </a:r>
            <a:r>
              <a:rPr lang="en-US" dirty="0" err="1"/>
              <a:t>perl</a:t>
            </a:r>
            <a:endParaRPr lang="en-US" dirty="0"/>
          </a:p>
          <a:p>
            <a:pPr marL="285750" indent="-285750">
              <a:buFont typeface="Arial" panose="020B0604020202020204" pitchFamily="34" charset="0"/>
              <a:buChar char="•"/>
            </a:pPr>
            <a:r>
              <a:rPr lang="en-US" dirty="0"/>
              <a:t>Bankers was acquired by Wolters Kluwer</a:t>
            </a:r>
          </a:p>
          <a:p>
            <a:pPr marL="285750" indent="-285750">
              <a:buFont typeface="Arial" panose="020B0604020202020204" pitchFamily="34" charset="0"/>
              <a:buChar char="•"/>
            </a:pPr>
            <a:r>
              <a:rPr lang="en-US" dirty="0"/>
              <a:t>When Ben was born, the late night bottle feeding was my job and I drove to work often half asleep…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XML, XSLT, </a:t>
            </a:r>
            <a:r>
              <a:rPr lang="en-US" dirty="0" err="1"/>
              <a:t>perl</a:t>
            </a:r>
            <a:r>
              <a:rPr lang="en-US" dirty="0"/>
              <a:t>, Access, Excel (!)</a:t>
            </a:r>
          </a:p>
          <a:p>
            <a:pPr marL="285750" indent="-285750">
              <a:buFont typeface="Arial" panose="020B0604020202020204" pitchFamily="34" charset="0"/>
              <a:buChar char="•"/>
            </a:pPr>
            <a:r>
              <a:rPr lang="en-US" dirty="0"/>
              <a:t>2+ years. The commute eventually killed me…</a:t>
            </a:r>
          </a:p>
        </p:txBody>
      </p:sp>
    </p:spTree>
    <p:extLst>
      <p:ext uri="{BB962C8B-B14F-4D97-AF65-F5344CB8AC3E}">
        <p14:creationId xmlns:p14="http://schemas.microsoft.com/office/powerpoint/2010/main" val="491361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9A03-0D1D-E771-DF7A-3BE45EEB4EF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1A72EF-87D8-F2BC-4ECD-D4F6E72BD7FE}"/>
              </a:ext>
            </a:extLst>
          </p:cNvPr>
          <p:cNvSpPr>
            <a:spLocks noGrp="1"/>
          </p:cNvSpPr>
          <p:nvPr>
            <p:ph type="sldNum" sz="quarter" idx="12"/>
          </p:nvPr>
        </p:nvSpPr>
        <p:spPr/>
        <p:txBody>
          <a:bodyPr/>
          <a:lstStyle/>
          <a:p>
            <a:fld id="{C01D6077-7623-46CE-922B-5B1B61F10384}" type="slidenum">
              <a:rPr lang="en-GB" smtClean="0"/>
              <a:pPr/>
              <a:t>8</a:t>
            </a:fld>
            <a:endParaRPr lang="en-GB" dirty="0"/>
          </a:p>
        </p:txBody>
      </p:sp>
      <p:sp>
        <p:nvSpPr>
          <p:cNvPr id="12" name="TextBox 11">
            <a:extLst>
              <a:ext uri="{FF2B5EF4-FFF2-40B4-BE49-F238E27FC236}">
                <a16:creationId xmlns:a16="http://schemas.microsoft.com/office/drawing/2014/main" id="{4553D15D-37D0-E8B0-A22B-0C0245CF3115}"/>
              </a:ext>
            </a:extLst>
          </p:cNvPr>
          <p:cNvSpPr txBox="1"/>
          <p:nvPr/>
        </p:nvSpPr>
        <p:spPr>
          <a:xfrm>
            <a:off x="1458930" y="219585"/>
            <a:ext cx="7559564" cy="584775"/>
          </a:xfrm>
          <a:prstGeom prst="rect">
            <a:avLst/>
          </a:prstGeom>
          <a:noFill/>
        </p:spPr>
        <p:txBody>
          <a:bodyPr wrap="square" rtlCol="0">
            <a:spAutoFit/>
          </a:bodyPr>
          <a:lstStyle/>
          <a:p>
            <a:pPr algn="ctr"/>
            <a:r>
              <a:rPr lang="en-US" sz="3200" dirty="0"/>
              <a:t>Back to United Defense – commuting II</a:t>
            </a:r>
          </a:p>
        </p:txBody>
      </p:sp>
      <p:sp>
        <p:nvSpPr>
          <p:cNvPr id="3" name="TextBox 2">
            <a:extLst>
              <a:ext uri="{FF2B5EF4-FFF2-40B4-BE49-F238E27FC236}">
                <a16:creationId xmlns:a16="http://schemas.microsoft.com/office/drawing/2014/main" id="{47D546C7-10DD-CBF4-6045-FF8722A6E0BB}"/>
              </a:ext>
            </a:extLst>
          </p:cNvPr>
          <p:cNvSpPr txBox="1"/>
          <p:nvPr/>
        </p:nvSpPr>
        <p:spPr>
          <a:xfrm>
            <a:off x="388627" y="1073021"/>
            <a:ext cx="10993748" cy="2862322"/>
          </a:xfrm>
          <a:prstGeom prst="rect">
            <a:avLst/>
          </a:prstGeom>
          <a:noFill/>
        </p:spPr>
        <p:txBody>
          <a:bodyPr wrap="square" rtlCol="0">
            <a:spAutoFit/>
          </a:bodyPr>
          <a:lstStyle/>
          <a:p>
            <a:pPr marL="285750" indent="-285750">
              <a:buFont typeface="Arial" panose="020B0604020202020204" pitchFamily="34" charset="0"/>
              <a:buChar char="•"/>
            </a:pPr>
            <a:r>
              <a:rPr lang="en-US" dirty="0"/>
              <a:t>I came crawling back to United Defense.  Now they were BAE Systems though.</a:t>
            </a:r>
          </a:p>
          <a:p>
            <a:pPr marL="285750" indent="-285750">
              <a:buFont typeface="Arial" panose="020B0604020202020204" pitchFamily="34" charset="0"/>
              <a:buChar char="•"/>
            </a:pPr>
            <a:r>
              <a:rPr lang="en-US" dirty="0"/>
              <a:t>We were still living in Minneapolis and this was a short bike ride away from the house.</a:t>
            </a:r>
          </a:p>
          <a:p>
            <a:pPr marL="285750" indent="-285750">
              <a:buFont typeface="Arial" panose="020B0604020202020204" pitchFamily="34" charset="0"/>
              <a:buChar char="•"/>
            </a:pPr>
            <a:r>
              <a:rPr lang="en-US" dirty="0"/>
              <a:t>My supervisor welcomed me back but the tech stack had changed a lot</a:t>
            </a:r>
          </a:p>
          <a:p>
            <a:pPr marL="285750" indent="-285750">
              <a:buFont typeface="Arial" panose="020B0604020202020204" pitchFamily="34" charset="0"/>
              <a:buChar char="•"/>
            </a:pPr>
            <a:r>
              <a:rPr lang="en-US" dirty="0"/>
              <a:t>Got promoted to a Senior Engineer</a:t>
            </a:r>
          </a:p>
          <a:p>
            <a:pPr marL="285750" indent="-285750">
              <a:buFont typeface="Arial" panose="020B0604020202020204" pitchFamily="34" charset="0"/>
              <a:buChar char="•"/>
            </a:pPr>
            <a:r>
              <a:rPr lang="en-US" dirty="0"/>
              <a:t>More python, Java, and Ruby (yuck) now than C/C++. I felt behind on everything and was frustrated…</a:t>
            </a:r>
          </a:p>
          <a:p>
            <a:pPr marL="285750" indent="-285750">
              <a:buFont typeface="Arial" panose="020B0604020202020204" pitchFamily="34" charset="0"/>
              <a:buChar char="•"/>
            </a:pPr>
            <a:r>
              <a:rPr lang="en-US" dirty="0"/>
              <a:t>Then we finally moved to St. Cloud and I had to start commuting again, this time INTO the metro (though by now 694 had 3 lanes!)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Same tech stack as before but worse and the SGI’s were replaced</a:t>
            </a:r>
          </a:p>
          <a:p>
            <a:pPr marL="285750" indent="-285750">
              <a:buFont typeface="Arial" panose="020B0604020202020204" pitchFamily="34" charset="0"/>
              <a:buChar char="•"/>
            </a:pPr>
            <a:r>
              <a:rPr lang="en-US" dirty="0"/>
              <a:t>1.25 more years. The commute killed me even harder…</a:t>
            </a:r>
          </a:p>
        </p:txBody>
      </p:sp>
    </p:spTree>
    <p:extLst>
      <p:ext uri="{BB962C8B-B14F-4D97-AF65-F5344CB8AC3E}">
        <p14:creationId xmlns:p14="http://schemas.microsoft.com/office/powerpoint/2010/main" val="1584113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6894C-AAD4-A8CF-9370-F6A265F4DB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0B979F-E546-732E-D337-496846445C12}"/>
              </a:ext>
            </a:extLst>
          </p:cNvPr>
          <p:cNvSpPr>
            <a:spLocks noGrp="1"/>
          </p:cNvSpPr>
          <p:nvPr>
            <p:ph type="sldNum" sz="quarter" idx="12"/>
          </p:nvPr>
        </p:nvSpPr>
        <p:spPr/>
        <p:txBody>
          <a:bodyPr/>
          <a:lstStyle/>
          <a:p>
            <a:fld id="{C01D6077-7623-46CE-922B-5B1B61F10384}" type="slidenum">
              <a:rPr lang="en-GB" smtClean="0"/>
              <a:pPr/>
              <a:t>9</a:t>
            </a:fld>
            <a:endParaRPr lang="en-GB" dirty="0"/>
          </a:p>
        </p:txBody>
      </p:sp>
      <p:sp>
        <p:nvSpPr>
          <p:cNvPr id="12" name="TextBox 11">
            <a:extLst>
              <a:ext uri="{FF2B5EF4-FFF2-40B4-BE49-F238E27FC236}">
                <a16:creationId xmlns:a16="http://schemas.microsoft.com/office/drawing/2014/main" id="{EED01098-3EA6-BBFF-A268-8FD478679C33}"/>
              </a:ext>
            </a:extLst>
          </p:cNvPr>
          <p:cNvSpPr txBox="1"/>
          <p:nvPr/>
        </p:nvSpPr>
        <p:spPr>
          <a:xfrm>
            <a:off x="1458930" y="219585"/>
            <a:ext cx="7559564" cy="584775"/>
          </a:xfrm>
          <a:prstGeom prst="rect">
            <a:avLst/>
          </a:prstGeom>
          <a:noFill/>
        </p:spPr>
        <p:txBody>
          <a:bodyPr wrap="square" rtlCol="0">
            <a:spAutoFit/>
          </a:bodyPr>
          <a:lstStyle/>
          <a:p>
            <a:pPr algn="ctr"/>
            <a:r>
              <a:rPr lang="en-US" sz="3200" dirty="0" err="1"/>
              <a:t>Intrcomm</a:t>
            </a:r>
            <a:r>
              <a:rPr lang="en-US" sz="3200" dirty="0"/>
              <a:t> – the Middle Ground</a:t>
            </a:r>
          </a:p>
        </p:txBody>
      </p:sp>
      <p:sp>
        <p:nvSpPr>
          <p:cNvPr id="3" name="TextBox 2">
            <a:extLst>
              <a:ext uri="{FF2B5EF4-FFF2-40B4-BE49-F238E27FC236}">
                <a16:creationId xmlns:a16="http://schemas.microsoft.com/office/drawing/2014/main" id="{C37CA4C2-88C7-C4B6-525A-D03C03D9FEA6}"/>
              </a:ext>
            </a:extLst>
          </p:cNvPr>
          <p:cNvSpPr txBox="1"/>
          <p:nvPr/>
        </p:nvSpPr>
        <p:spPr>
          <a:xfrm>
            <a:off x="388627" y="1073021"/>
            <a:ext cx="1099374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I found myself frustrated with the big </a:t>
            </a:r>
            <a:r>
              <a:rPr lang="en-US" dirty="0" err="1"/>
              <a:t>corp</a:t>
            </a:r>
            <a:r>
              <a:rPr lang="en-US" dirty="0"/>
              <a:t> and self-employment, so I found a little web hosting company in Delano, MN. It was still a 45 minute commute but all scenic country backroads.</a:t>
            </a:r>
          </a:p>
          <a:p>
            <a:pPr marL="285750" indent="-285750">
              <a:buFont typeface="Arial" panose="020B0604020202020204" pitchFamily="34" charset="0"/>
              <a:buChar char="•"/>
            </a:pPr>
            <a:r>
              <a:rPr lang="en-US" dirty="0"/>
              <a:t>I finally started to get the systems administration experience I wanted so badly</a:t>
            </a:r>
          </a:p>
          <a:p>
            <a:pPr marL="285750" indent="-285750">
              <a:buFont typeface="Arial" panose="020B0604020202020204" pitchFamily="34" charset="0"/>
              <a:buChar char="•"/>
            </a:pPr>
            <a:r>
              <a:rPr lang="en-US" dirty="0"/>
              <a:t>It came with stress, especially with the size of the team (3 developers)</a:t>
            </a:r>
          </a:p>
          <a:p>
            <a:pPr marL="285750" indent="-285750">
              <a:buFont typeface="Arial" panose="020B0604020202020204" pitchFamily="34" charset="0"/>
              <a:buChar char="•"/>
            </a:pPr>
            <a:r>
              <a:rPr lang="en-US" dirty="0"/>
              <a:t>It also came with hornets in the bricks and days where I played WoW at work (#ashamed)</a:t>
            </a:r>
          </a:p>
          <a:p>
            <a:pPr marL="285750" indent="-285750">
              <a:buFont typeface="Arial" panose="020B0604020202020204" pitchFamily="34" charset="0"/>
              <a:buChar char="•"/>
            </a:pPr>
            <a:r>
              <a:rPr lang="en-US" dirty="0"/>
              <a:t>It didn’t have the niceties, retirement plans, decent insurance, </a:t>
            </a:r>
            <a:r>
              <a:rPr lang="en-US" dirty="0" err="1"/>
              <a:t>etc</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PhP</a:t>
            </a:r>
            <a:r>
              <a:rPr lang="en-US" dirty="0"/>
              <a:t>, </a:t>
            </a:r>
            <a:r>
              <a:rPr lang="en-US" dirty="0" err="1"/>
              <a:t>webdev</a:t>
            </a:r>
            <a:r>
              <a:rPr lang="en-US" dirty="0"/>
              <a:t>, CSS, CMS, PostgreSQL, Linux administration, git</a:t>
            </a:r>
          </a:p>
          <a:p>
            <a:pPr marL="285750" indent="-285750">
              <a:buFont typeface="Arial" panose="020B0604020202020204" pitchFamily="34" charset="0"/>
              <a:buChar char="•"/>
            </a:pPr>
            <a:r>
              <a:rPr lang="en-US" dirty="0"/>
              <a:t>5+ years but an opportunity arose….</a:t>
            </a:r>
          </a:p>
        </p:txBody>
      </p:sp>
    </p:spTree>
    <p:extLst>
      <p:ext uri="{BB962C8B-B14F-4D97-AF65-F5344CB8AC3E}">
        <p14:creationId xmlns:p14="http://schemas.microsoft.com/office/powerpoint/2010/main" val="275972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E568-BB6A-BDBB-DC8C-49F2716852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23F8F1-5604-A849-CAB4-EA8A726C6295}"/>
              </a:ext>
            </a:extLst>
          </p:cNvPr>
          <p:cNvSpPr>
            <a:spLocks noGrp="1"/>
          </p:cNvSpPr>
          <p:nvPr>
            <p:ph type="sldNum" sz="quarter" idx="12"/>
          </p:nvPr>
        </p:nvSpPr>
        <p:spPr/>
        <p:txBody>
          <a:bodyPr/>
          <a:lstStyle/>
          <a:p>
            <a:fld id="{C01D6077-7623-46CE-922B-5B1B61F10384}" type="slidenum">
              <a:rPr lang="en-GB" smtClean="0"/>
              <a:pPr/>
              <a:t>10</a:t>
            </a:fld>
            <a:endParaRPr lang="en-GB" dirty="0"/>
          </a:p>
        </p:txBody>
      </p:sp>
      <p:sp>
        <p:nvSpPr>
          <p:cNvPr id="12" name="TextBox 11">
            <a:extLst>
              <a:ext uri="{FF2B5EF4-FFF2-40B4-BE49-F238E27FC236}">
                <a16:creationId xmlns:a16="http://schemas.microsoft.com/office/drawing/2014/main" id="{1200AE45-60D3-F6E8-5345-4BC0AB44929A}"/>
              </a:ext>
            </a:extLst>
          </p:cNvPr>
          <p:cNvSpPr txBox="1"/>
          <p:nvPr/>
        </p:nvSpPr>
        <p:spPr>
          <a:xfrm>
            <a:off x="1458930" y="219585"/>
            <a:ext cx="7559564" cy="584775"/>
          </a:xfrm>
          <a:prstGeom prst="rect">
            <a:avLst/>
          </a:prstGeom>
          <a:noFill/>
        </p:spPr>
        <p:txBody>
          <a:bodyPr wrap="square" rtlCol="0">
            <a:spAutoFit/>
          </a:bodyPr>
          <a:lstStyle/>
          <a:p>
            <a:pPr algn="ctr"/>
            <a:r>
              <a:rPr lang="en-US" sz="3200" dirty="0"/>
              <a:t>CSB/SJU – My Dream Job!</a:t>
            </a:r>
          </a:p>
        </p:txBody>
      </p:sp>
      <p:sp>
        <p:nvSpPr>
          <p:cNvPr id="3" name="TextBox 2">
            <a:extLst>
              <a:ext uri="{FF2B5EF4-FFF2-40B4-BE49-F238E27FC236}">
                <a16:creationId xmlns:a16="http://schemas.microsoft.com/office/drawing/2014/main" id="{1756465F-3BD2-7975-FDC5-4CAC139A0802}"/>
              </a:ext>
            </a:extLst>
          </p:cNvPr>
          <p:cNvSpPr txBox="1"/>
          <p:nvPr/>
        </p:nvSpPr>
        <p:spPr>
          <a:xfrm>
            <a:off x="388627" y="1073021"/>
            <a:ext cx="10993748"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The Linux Administrator job opened up at my alma mater, they reached out</a:t>
            </a:r>
          </a:p>
          <a:p>
            <a:pPr marL="285750" indent="-285750">
              <a:buFont typeface="Arial" panose="020B0604020202020204" pitchFamily="34" charset="0"/>
              <a:buChar char="•"/>
            </a:pPr>
            <a:r>
              <a:rPr lang="en-US" dirty="0"/>
              <a:t>I interviewed with people I used to work with as a student worker and the CSCI chair was the same guy when I was a student.</a:t>
            </a:r>
          </a:p>
          <a:p>
            <a:pPr marL="285750" indent="-285750">
              <a:buFont typeface="Arial" panose="020B0604020202020204" pitchFamily="34" charset="0"/>
              <a:buChar char="•"/>
            </a:pPr>
            <a:r>
              <a:rPr lang="en-US" dirty="0"/>
              <a:t>Even though I lacked a lot of Linux admin experience they took a chance on me</a:t>
            </a:r>
          </a:p>
          <a:p>
            <a:pPr marL="285750" indent="-285750">
              <a:buFont typeface="Arial" panose="020B0604020202020204" pitchFamily="34" charset="0"/>
              <a:buChar char="•"/>
            </a:pPr>
            <a:r>
              <a:rPr lang="en-US" dirty="0"/>
              <a:t>Summers were amazing, I would take a hammock over lunch next to Lake </a:t>
            </a:r>
            <a:r>
              <a:rPr lang="en-US" dirty="0" err="1"/>
              <a:t>Sagatagan</a:t>
            </a:r>
            <a:r>
              <a:rPr lang="en-US" dirty="0"/>
              <a:t>, many memories</a:t>
            </a:r>
          </a:p>
          <a:p>
            <a:pPr marL="285750" indent="-285750">
              <a:buFont typeface="Arial" panose="020B0604020202020204" pitchFamily="34" charset="0"/>
              <a:buChar char="•"/>
            </a:pPr>
            <a:r>
              <a:rPr lang="en-US" dirty="0"/>
              <a:t>Fell back in love with St. John’s campus and trails</a:t>
            </a:r>
          </a:p>
          <a:p>
            <a:pPr marL="285750" indent="-285750">
              <a:buFont typeface="Arial" panose="020B0604020202020204" pitchFamily="34" charset="0"/>
              <a:buChar char="•"/>
            </a:pPr>
            <a:r>
              <a:rPr lang="en-US" dirty="0"/>
              <a:t>Staff was very low turnover, everyone was pretty happy, great crew</a:t>
            </a:r>
          </a:p>
          <a:p>
            <a:pPr marL="285750" indent="-285750">
              <a:buFont typeface="Arial" panose="020B0604020202020204" pitchFamily="34" charset="0"/>
              <a:buChar char="•"/>
            </a:pPr>
            <a:r>
              <a:rPr lang="en-US" dirty="0"/>
              <a:t>Working for Computer Science and Physics departments was …. Interesting, very demanding</a:t>
            </a:r>
          </a:p>
          <a:p>
            <a:pPr marL="285750" indent="-285750">
              <a:buFont typeface="Arial" panose="020B0604020202020204" pitchFamily="34" charset="0"/>
              <a:buChar char="•"/>
            </a:pPr>
            <a:r>
              <a:rPr lang="en-US" dirty="0"/>
              <a:t>Did a lot of adjunct professor work, taught intro to CS class, Java, Database, got my name on a department created textbook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Linux Admin, Data Center Hardware, RedHat, CentOS, Bash, VDI, Banner, all sorts of things</a:t>
            </a:r>
          </a:p>
          <a:p>
            <a:pPr marL="285750" indent="-285750">
              <a:buFont typeface="Arial" panose="020B0604020202020204" pitchFamily="34" charset="0"/>
              <a:buChar char="•"/>
            </a:pPr>
            <a:r>
              <a:rPr lang="en-US" dirty="0"/>
              <a:t>11+ years. I had everything but one thing….</a:t>
            </a:r>
          </a:p>
        </p:txBody>
      </p:sp>
    </p:spTree>
    <p:extLst>
      <p:ext uri="{BB962C8B-B14F-4D97-AF65-F5344CB8AC3E}">
        <p14:creationId xmlns:p14="http://schemas.microsoft.com/office/powerpoint/2010/main" val="4131899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33998-CBCC-3C7F-798D-0CC87D2FC6E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132EE0-D823-668A-3C9E-24F0FEDC848C}"/>
              </a:ext>
            </a:extLst>
          </p:cNvPr>
          <p:cNvSpPr>
            <a:spLocks noGrp="1"/>
          </p:cNvSpPr>
          <p:nvPr>
            <p:ph type="sldNum" sz="quarter" idx="12"/>
          </p:nvPr>
        </p:nvSpPr>
        <p:spPr/>
        <p:txBody>
          <a:bodyPr/>
          <a:lstStyle/>
          <a:p>
            <a:fld id="{C01D6077-7623-46CE-922B-5B1B61F10384}" type="slidenum">
              <a:rPr lang="en-GB" smtClean="0"/>
              <a:pPr/>
              <a:t>11</a:t>
            </a:fld>
            <a:endParaRPr lang="en-GB" dirty="0"/>
          </a:p>
        </p:txBody>
      </p:sp>
      <p:sp>
        <p:nvSpPr>
          <p:cNvPr id="12" name="TextBox 11">
            <a:extLst>
              <a:ext uri="{FF2B5EF4-FFF2-40B4-BE49-F238E27FC236}">
                <a16:creationId xmlns:a16="http://schemas.microsoft.com/office/drawing/2014/main" id="{5C96CF5E-2F67-BB37-A159-93F7BB18B9C2}"/>
              </a:ext>
            </a:extLst>
          </p:cNvPr>
          <p:cNvSpPr txBox="1"/>
          <p:nvPr/>
        </p:nvSpPr>
        <p:spPr>
          <a:xfrm>
            <a:off x="1458930" y="219585"/>
            <a:ext cx="8053060" cy="584775"/>
          </a:xfrm>
          <a:prstGeom prst="rect">
            <a:avLst/>
          </a:prstGeom>
          <a:noFill/>
        </p:spPr>
        <p:txBody>
          <a:bodyPr wrap="square" rtlCol="0">
            <a:spAutoFit/>
          </a:bodyPr>
          <a:lstStyle/>
          <a:p>
            <a:pPr algn="ctr"/>
            <a:r>
              <a:rPr lang="en-US" sz="3200" dirty="0" err="1"/>
              <a:t>TCFBank</a:t>
            </a:r>
            <a:r>
              <a:rPr lang="en-US" sz="3200" dirty="0"/>
              <a:t> / Huntington – a Tale of 2 Banks</a:t>
            </a:r>
          </a:p>
        </p:txBody>
      </p:sp>
      <p:sp>
        <p:nvSpPr>
          <p:cNvPr id="3" name="TextBox 2">
            <a:extLst>
              <a:ext uri="{FF2B5EF4-FFF2-40B4-BE49-F238E27FC236}">
                <a16:creationId xmlns:a16="http://schemas.microsoft.com/office/drawing/2014/main" id="{380E3FE6-72FB-569F-2F22-A0E6C2D862F4}"/>
              </a:ext>
            </a:extLst>
          </p:cNvPr>
          <p:cNvSpPr txBox="1"/>
          <p:nvPr/>
        </p:nvSpPr>
        <p:spPr>
          <a:xfrm>
            <a:off x="388627" y="1073021"/>
            <a:ext cx="10993748" cy="4801314"/>
          </a:xfrm>
          <a:prstGeom prst="rect">
            <a:avLst/>
          </a:prstGeom>
          <a:noFill/>
        </p:spPr>
        <p:txBody>
          <a:bodyPr wrap="square" rtlCol="0">
            <a:spAutoFit/>
          </a:bodyPr>
          <a:lstStyle/>
          <a:p>
            <a:pPr marL="285750" indent="-285750">
              <a:buFont typeface="Arial" panose="020B0604020202020204" pitchFamily="34" charset="0"/>
              <a:buChar char="•"/>
            </a:pPr>
            <a:r>
              <a:rPr lang="en-US" dirty="0"/>
              <a:t>My headhunter laughed when I told her my years of experience at my position and my salary</a:t>
            </a:r>
          </a:p>
          <a:p>
            <a:pPr marL="285750" indent="-285750">
              <a:buFont typeface="Arial" panose="020B0604020202020204" pitchFamily="34" charset="0"/>
              <a:buChar char="•"/>
            </a:pPr>
            <a:r>
              <a:rPr lang="en-US" dirty="0"/>
              <a:t>Back to the grind, back to the commute… sigh</a:t>
            </a:r>
          </a:p>
          <a:p>
            <a:pPr marL="285750" indent="-285750">
              <a:buFont typeface="Arial" panose="020B0604020202020204" pitchFamily="34" charset="0"/>
              <a:buChar char="•"/>
            </a:pPr>
            <a:r>
              <a:rPr lang="en-US" dirty="0"/>
              <a:t>But I was able to avoid the damn freeway so it wasn’t horrible</a:t>
            </a:r>
          </a:p>
          <a:p>
            <a:pPr marL="285750" indent="-285750">
              <a:buFont typeface="Arial" panose="020B0604020202020204" pitchFamily="34" charset="0"/>
              <a:buChar char="•"/>
            </a:pPr>
            <a:r>
              <a:rPr lang="en-US" dirty="0"/>
              <a:t>I quickly tried to fit in, I raised my hand for many things and got to be the automation guy. Learned a nifty tool called “ansible” and used it to automate server requests from our ticketing system (ServiceNow) and eventual server decom requests.</a:t>
            </a:r>
          </a:p>
          <a:p>
            <a:pPr marL="285750" indent="-285750">
              <a:buFont typeface="Arial" panose="020B0604020202020204" pitchFamily="34" charset="0"/>
              <a:buChar char="•"/>
            </a:pPr>
            <a:r>
              <a:rPr lang="en-US" dirty="0"/>
              <a:t>Became a member of the TOIL Team, a cross team collab group trying to automate “toil” related jobs</a:t>
            </a:r>
          </a:p>
          <a:p>
            <a:pPr marL="285750" indent="-285750">
              <a:buFont typeface="Arial" panose="020B0604020202020204" pitchFamily="34" charset="0"/>
              <a:buChar char="•"/>
            </a:pPr>
            <a:r>
              <a:rPr lang="en-US" dirty="0"/>
              <a:t>Covid years, after around a year I stopped having to commute altogether…</a:t>
            </a:r>
          </a:p>
          <a:p>
            <a:pPr marL="285750" indent="-285750">
              <a:buFont typeface="Arial" panose="020B0604020202020204" pitchFamily="34" charset="0"/>
              <a:buChar char="•"/>
            </a:pPr>
            <a:r>
              <a:rPr lang="en-US" dirty="0"/>
              <a:t>Went through an acquisition of another bank (</a:t>
            </a:r>
            <a:r>
              <a:rPr lang="en-US" dirty="0" err="1"/>
              <a:t>ChemicalBank</a:t>
            </a:r>
            <a:r>
              <a:rPr lang="en-US" dirty="0"/>
              <a:t>) then shortly after we were acquired by Huntington National Bank</a:t>
            </a:r>
          </a:p>
          <a:p>
            <a:pPr marL="285750" indent="-285750">
              <a:buFont typeface="Arial" panose="020B0604020202020204" pitchFamily="34" charset="0"/>
              <a:buChar char="•"/>
            </a:pPr>
            <a:r>
              <a:rPr lang="en-US" dirty="0"/>
              <a:t>Due to my knowledge of server decom I was given a retention package to stay on with HNB and help them decom TCF servers. Miserable</a:t>
            </a:r>
          </a:p>
          <a:p>
            <a:pPr marL="285750" indent="-285750">
              <a:buFont typeface="Arial" panose="020B0604020202020204" pitchFamily="34" charset="0"/>
              <a:buChar char="•"/>
            </a:pPr>
            <a:r>
              <a:rPr lang="en-US" dirty="0"/>
              <a:t>HNB was a step backwards in IT by about 10 years. Frustrated, after retention was done I started looking again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Ansible, Nutanix, VMWare, Linux, Red Hat, ServiceNow, automation, git</a:t>
            </a:r>
          </a:p>
          <a:p>
            <a:pPr marL="285750" indent="-285750">
              <a:buFont typeface="Arial" panose="020B0604020202020204" pitchFamily="34" charset="0"/>
              <a:buChar char="•"/>
            </a:pPr>
            <a:r>
              <a:rPr lang="en-US" dirty="0"/>
              <a:t>2-3 years</a:t>
            </a:r>
          </a:p>
        </p:txBody>
      </p:sp>
    </p:spTree>
    <p:extLst>
      <p:ext uri="{BB962C8B-B14F-4D97-AF65-F5344CB8AC3E}">
        <p14:creationId xmlns:p14="http://schemas.microsoft.com/office/powerpoint/2010/main" val="3092961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8FCB0-B431-1106-0BD2-77FA179A2D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469C43-391A-F7CE-A764-5F5B50AF0B45}"/>
              </a:ext>
            </a:extLst>
          </p:cNvPr>
          <p:cNvSpPr>
            <a:spLocks noGrp="1"/>
          </p:cNvSpPr>
          <p:nvPr>
            <p:ph type="sldNum" sz="quarter" idx="12"/>
          </p:nvPr>
        </p:nvSpPr>
        <p:spPr/>
        <p:txBody>
          <a:bodyPr/>
          <a:lstStyle/>
          <a:p>
            <a:fld id="{C01D6077-7623-46CE-922B-5B1B61F10384}" type="slidenum">
              <a:rPr lang="en-GB" smtClean="0"/>
              <a:pPr/>
              <a:t>12</a:t>
            </a:fld>
            <a:endParaRPr lang="en-GB" dirty="0"/>
          </a:p>
        </p:txBody>
      </p:sp>
      <p:sp>
        <p:nvSpPr>
          <p:cNvPr id="12" name="TextBox 11">
            <a:extLst>
              <a:ext uri="{FF2B5EF4-FFF2-40B4-BE49-F238E27FC236}">
                <a16:creationId xmlns:a16="http://schemas.microsoft.com/office/drawing/2014/main" id="{D4B6EB15-7E76-FBD6-7DCF-5CCB2F6E092B}"/>
              </a:ext>
            </a:extLst>
          </p:cNvPr>
          <p:cNvSpPr txBox="1"/>
          <p:nvPr/>
        </p:nvSpPr>
        <p:spPr>
          <a:xfrm>
            <a:off x="1458930" y="219585"/>
            <a:ext cx="7559564" cy="584775"/>
          </a:xfrm>
          <a:prstGeom prst="rect">
            <a:avLst/>
          </a:prstGeom>
          <a:noFill/>
        </p:spPr>
        <p:txBody>
          <a:bodyPr wrap="square" rtlCol="0">
            <a:spAutoFit/>
          </a:bodyPr>
          <a:lstStyle/>
          <a:p>
            <a:pPr algn="ctr"/>
            <a:r>
              <a:rPr lang="en-US" sz="3200" dirty="0"/>
              <a:t>Thrivent – the Last Stop?</a:t>
            </a:r>
          </a:p>
        </p:txBody>
      </p:sp>
      <p:sp>
        <p:nvSpPr>
          <p:cNvPr id="3" name="TextBox 2">
            <a:extLst>
              <a:ext uri="{FF2B5EF4-FFF2-40B4-BE49-F238E27FC236}">
                <a16:creationId xmlns:a16="http://schemas.microsoft.com/office/drawing/2014/main" id="{5C62F9BB-27A5-8BC3-084E-1061605B3EC3}"/>
              </a:ext>
            </a:extLst>
          </p:cNvPr>
          <p:cNvSpPr txBox="1"/>
          <p:nvPr/>
        </p:nvSpPr>
        <p:spPr>
          <a:xfrm>
            <a:off x="388627" y="1073021"/>
            <a:ext cx="1099374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I made a lot of noise at TCF and tried to insert myself into many places, leadership took notice.</a:t>
            </a:r>
          </a:p>
          <a:p>
            <a:pPr marL="285750" indent="-285750">
              <a:buFont typeface="Arial" panose="020B0604020202020204" pitchFamily="34" charset="0"/>
              <a:buChar char="•"/>
            </a:pPr>
            <a:r>
              <a:rPr lang="en-US" dirty="0"/>
              <a:t>When HNB acquired TCF, many folks went to Thrivent</a:t>
            </a:r>
          </a:p>
          <a:p>
            <a:pPr marL="285750" indent="-285750">
              <a:buFont typeface="Arial" panose="020B0604020202020204" pitchFamily="34" charset="0"/>
              <a:buChar char="•"/>
            </a:pPr>
            <a:r>
              <a:rPr lang="en-US" dirty="0"/>
              <a:t>I was hired to be a Cloud Engineer at Thrivent with pretty much ZERO cloud experience, but based on my prior work at TCF and the leadership’s knowledge of what I could do, they found me a place</a:t>
            </a:r>
          </a:p>
          <a:p>
            <a:pPr marL="285750" indent="-285750">
              <a:buFont typeface="Arial" panose="020B0604020202020204" pitchFamily="34" charset="0"/>
              <a:buChar char="•"/>
            </a:pPr>
            <a:r>
              <a:rPr lang="en-US" dirty="0"/>
              <a:t>AWS was more difficult for me to pick up on but eventually things started to stick. </a:t>
            </a:r>
          </a:p>
          <a:p>
            <a:pPr marL="285750" indent="-285750">
              <a:buFont typeface="Arial" panose="020B0604020202020204" pitchFamily="34" charset="0"/>
              <a:buChar char="•"/>
            </a:pPr>
            <a:r>
              <a:rPr lang="en-US" dirty="0"/>
              <a:t>No longer automating with Ansible, now it was through pipelines like </a:t>
            </a:r>
            <a:r>
              <a:rPr lang="en-US" dirty="0" err="1"/>
              <a:t>github</a:t>
            </a:r>
            <a:r>
              <a:rPr lang="en-US" dirty="0"/>
              <a:t>, bamboo, etc.</a:t>
            </a:r>
          </a:p>
          <a:p>
            <a:pPr marL="285750" indent="-285750">
              <a:buFont typeface="Arial" panose="020B0604020202020204" pitchFamily="34" charset="0"/>
              <a:buChar char="•"/>
            </a:pPr>
            <a:r>
              <a:rPr lang="en-US" dirty="0"/>
              <a:t>AWS infrastructure all provisioned “as code” using terraform. Pull request == plan, merge == apply</a:t>
            </a:r>
          </a:p>
          <a:p>
            <a:pPr marL="285750" indent="-285750">
              <a:buFont typeface="Arial" panose="020B0604020202020204" pitchFamily="34" charset="0"/>
              <a:buChar char="•"/>
            </a:pPr>
            <a:r>
              <a:rPr lang="en-US" dirty="0"/>
              <a:t>AWS is the ultimate jack of all trades technology to learn, it has everything</a:t>
            </a:r>
          </a:p>
          <a:p>
            <a:pPr marL="285750" indent="-285750">
              <a:buFont typeface="Arial" panose="020B0604020202020204" pitchFamily="34" charset="0"/>
              <a:buChar char="•"/>
            </a:pPr>
            <a:r>
              <a:rPr lang="en-US" dirty="0"/>
              <a:t>Politics! New manager and new director almost every year. People I respected let go because they didn’t fit in with new leadership. People quit over new leadership’s direction. And another re-org is happening…</a:t>
            </a:r>
          </a:p>
          <a:p>
            <a:pPr marL="285750" indent="-285750">
              <a:buFont typeface="Arial" panose="020B0604020202020204" pitchFamily="34" charset="0"/>
              <a:buChar char="•"/>
            </a:pPr>
            <a:r>
              <a:rPr lang="en-US" dirty="0"/>
              <a:t>I was one of the only ones left and now I’m the primary AWS administrator for nearly 4m of cloud infra. Eek…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AWS, terraform, git</a:t>
            </a:r>
          </a:p>
          <a:p>
            <a:pPr marL="285750" indent="-285750">
              <a:buFont typeface="Arial" panose="020B0604020202020204" pitchFamily="34" charset="0"/>
              <a:buChar char="•"/>
            </a:pPr>
            <a:r>
              <a:rPr lang="en-US" dirty="0"/>
              <a:t>3.5 years, I hope to retire here…</a:t>
            </a:r>
          </a:p>
        </p:txBody>
      </p:sp>
    </p:spTree>
    <p:extLst>
      <p:ext uri="{BB962C8B-B14F-4D97-AF65-F5344CB8AC3E}">
        <p14:creationId xmlns:p14="http://schemas.microsoft.com/office/powerpoint/2010/main" val="1915036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3BDD-AF59-750E-A75C-A6C894C3FB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64433E-7DDB-23E3-1996-521EC4E419FC}"/>
              </a:ext>
            </a:extLst>
          </p:cNvPr>
          <p:cNvSpPr>
            <a:spLocks noGrp="1"/>
          </p:cNvSpPr>
          <p:nvPr>
            <p:ph type="sldNum" sz="quarter" idx="12"/>
          </p:nvPr>
        </p:nvSpPr>
        <p:spPr/>
        <p:txBody>
          <a:bodyPr/>
          <a:lstStyle/>
          <a:p>
            <a:fld id="{C01D6077-7623-46CE-922B-5B1B61F10384}" type="slidenum">
              <a:rPr lang="en-GB" smtClean="0"/>
              <a:pPr/>
              <a:t>13</a:t>
            </a:fld>
            <a:endParaRPr lang="en-GB" dirty="0"/>
          </a:p>
        </p:txBody>
      </p:sp>
      <p:sp>
        <p:nvSpPr>
          <p:cNvPr id="12" name="TextBox 11">
            <a:extLst>
              <a:ext uri="{FF2B5EF4-FFF2-40B4-BE49-F238E27FC236}">
                <a16:creationId xmlns:a16="http://schemas.microsoft.com/office/drawing/2014/main" id="{9767F4FE-504F-B6C4-5152-F67625A9E505}"/>
              </a:ext>
            </a:extLst>
          </p:cNvPr>
          <p:cNvSpPr txBox="1"/>
          <p:nvPr/>
        </p:nvSpPr>
        <p:spPr>
          <a:xfrm>
            <a:off x="1458930" y="219585"/>
            <a:ext cx="7559564" cy="584775"/>
          </a:xfrm>
          <a:prstGeom prst="rect">
            <a:avLst/>
          </a:prstGeom>
          <a:noFill/>
        </p:spPr>
        <p:txBody>
          <a:bodyPr wrap="square" rtlCol="0">
            <a:spAutoFit/>
          </a:bodyPr>
          <a:lstStyle/>
          <a:p>
            <a:pPr algn="ctr"/>
            <a:r>
              <a:rPr lang="en-US" sz="3200" dirty="0"/>
              <a:t>So What Have I Learned?</a:t>
            </a:r>
          </a:p>
        </p:txBody>
      </p:sp>
      <p:sp>
        <p:nvSpPr>
          <p:cNvPr id="3" name="TextBox 2">
            <a:extLst>
              <a:ext uri="{FF2B5EF4-FFF2-40B4-BE49-F238E27FC236}">
                <a16:creationId xmlns:a16="http://schemas.microsoft.com/office/drawing/2014/main" id="{1CDC3688-29A4-C134-A286-FD307D72F7C9}"/>
              </a:ext>
            </a:extLst>
          </p:cNvPr>
          <p:cNvSpPr txBox="1"/>
          <p:nvPr/>
        </p:nvSpPr>
        <p:spPr>
          <a:xfrm>
            <a:off x="388627" y="1073021"/>
            <a:ext cx="10993748" cy="3970318"/>
          </a:xfrm>
          <a:prstGeom prst="rect">
            <a:avLst/>
          </a:prstGeom>
          <a:noFill/>
        </p:spPr>
        <p:txBody>
          <a:bodyPr wrap="square" rtlCol="0">
            <a:spAutoFit/>
          </a:bodyPr>
          <a:lstStyle/>
          <a:p>
            <a:pPr marL="285750" indent="-285750">
              <a:buFont typeface="Arial" panose="020B0604020202020204" pitchFamily="34" charset="0"/>
              <a:buChar char="•"/>
            </a:pPr>
            <a:r>
              <a:rPr lang="en-US" dirty="0"/>
              <a:t>Quiz: What would a CEO say is their company’s most important asset?</a:t>
            </a:r>
            <a:br>
              <a:rPr lang="en-US" dirty="0"/>
            </a:br>
            <a:endParaRPr lang="en-US" dirty="0"/>
          </a:p>
          <a:p>
            <a:pPr marL="285750" indent="-285750">
              <a:buFont typeface="Arial" panose="020B0604020202020204" pitchFamily="34" charset="0"/>
              <a:buChar char="•"/>
            </a:pPr>
            <a:r>
              <a:rPr lang="en-US" dirty="0"/>
              <a:t>Never burn a bridge as tempting as it is… It rarely even works.</a:t>
            </a:r>
          </a:p>
          <a:p>
            <a:pPr marL="285750" indent="-285750">
              <a:buFont typeface="Arial" panose="020B0604020202020204" pitchFamily="34" charset="0"/>
              <a:buChar char="•"/>
            </a:pPr>
            <a:r>
              <a:rPr lang="en-US" dirty="0"/>
              <a:t>There probably is no perfect job…</a:t>
            </a:r>
          </a:p>
          <a:p>
            <a:pPr marL="285750" indent="-285750">
              <a:buFont typeface="Arial" panose="020B0604020202020204" pitchFamily="34" charset="0"/>
              <a:buChar char="•"/>
            </a:pPr>
            <a:r>
              <a:rPr lang="en-US" dirty="0"/>
              <a:t>Change is the only constant…</a:t>
            </a:r>
          </a:p>
          <a:p>
            <a:pPr marL="285750" indent="-285750">
              <a:buFont typeface="Arial" panose="020B0604020202020204" pitchFamily="34" charset="0"/>
              <a:buChar char="•"/>
            </a:pPr>
            <a:r>
              <a:rPr lang="en-US" dirty="0"/>
              <a:t>Your network is one of your key strengths, make friends in high places if you can</a:t>
            </a:r>
          </a:p>
          <a:p>
            <a:pPr marL="285750" indent="-285750">
              <a:buFont typeface="Arial" panose="020B0604020202020204" pitchFamily="34" charset="0"/>
              <a:buChar char="•"/>
            </a:pPr>
            <a:r>
              <a:rPr lang="en-US" dirty="0"/>
              <a:t>No one is safe from the chopping block</a:t>
            </a:r>
          </a:p>
          <a:p>
            <a:pPr marL="285750" indent="-285750">
              <a:buFont typeface="Arial" panose="020B0604020202020204" pitchFamily="34" charset="0"/>
              <a:buChar char="•"/>
            </a:pPr>
            <a:r>
              <a:rPr lang="en-US" dirty="0"/>
              <a:t>No code is safe from the chopping block, do not take it personally when your code is targeted for decom</a:t>
            </a:r>
          </a:p>
          <a:p>
            <a:pPr marL="285750" indent="-285750">
              <a:buFont typeface="Arial" panose="020B0604020202020204" pitchFamily="34" charset="0"/>
              <a:buChar char="•"/>
            </a:pPr>
            <a:r>
              <a:rPr lang="en-US" dirty="0"/>
              <a:t>No company is safe from the chopping block, acquisitions are not fun</a:t>
            </a:r>
          </a:p>
          <a:p>
            <a:pPr marL="285750" indent="-285750">
              <a:buFont typeface="Arial" panose="020B0604020202020204" pitchFamily="34" charset="0"/>
              <a:buChar char="•"/>
            </a:pPr>
            <a:r>
              <a:rPr lang="en-US" dirty="0"/>
              <a:t>Always stay relevant</a:t>
            </a:r>
          </a:p>
          <a:p>
            <a:pPr marL="285750" indent="-285750">
              <a:buFont typeface="Arial" panose="020B0604020202020204" pitchFamily="34" charset="0"/>
              <a:buChar char="•"/>
            </a:pPr>
            <a:r>
              <a:rPr lang="en-US" dirty="0"/>
              <a:t>Don’t over generalize, but also, don’t under specialize</a:t>
            </a:r>
          </a:p>
          <a:p>
            <a:pPr marL="285750" indent="-285750">
              <a:buFont typeface="Arial" panose="020B0604020202020204" pitchFamily="34" charset="0"/>
              <a:buChar char="•"/>
            </a:pPr>
            <a:r>
              <a:rPr lang="en-US" dirty="0"/>
              <a:t>AI is already here, adapt, learn, use, innovate</a:t>
            </a:r>
          </a:p>
          <a:p>
            <a:pPr marL="285750" indent="-285750">
              <a:buFont typeface="Arial" panose="020B0604020202020204" pitchFamily="34" charset="0"/>
              <a:buChar char="•"/>
            </a:pPr>
            <a:r>
              <a:rPr lang="en-US" dirty="0"/>
              <a:t>Beg, borrow and steal</a:t>
            </a:r>
          </a:p>
          <a:p>
            <a:pPr marL="285750" indent="-285750">
              <a:buFont typeface="Arial" panose="020B0604020202020204" pitchFamily="34" charset="0"/>
              <a:buChar char="•"/>
            </a:pPr>
            <a:r>
              <a:rPr lang="en-US" dirty="0"/>
              <a:t>In corporate America, you are helping someone at the top get rich, don’t have to like it though</a:t>
            </a:r>
          </a:p>
        </p:txBody>
      </p:sp>
    </p:spTree>
    <p:extLst>
      <p:ext uri="{BB962C8B-B14F-4D97-AF65-F5344CB8AC3E}">
        <p14:creationId xmlns:p14="http://schemas.microsoft.com/office/powerpoint/2010/main" val="279829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D04A1-5564-BA1D-F535-5B645759C6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35602B-0024-FA86-690D-65A22E7FE1E5}"/>
              </a:ext>
            </a:extLst>
          </p:cNvPr>
          <p:cNvSpPr>
            <a:spLocks noGrp="1"/>
          </p:cNvSpPr>
          <p:nvPr>
            <p:ph type="sldNum" sz="quarter" idx="12"/>
          </p:nvPr>
        </p:nvSpPr>
        <p:spPr/>
        <p:txBody>
          <a:bodyPr/>
          <a:lstStyle/>
          <a:p>
            <a:fld id="{C01D6077-7623-46CE-922B-5B1B61F10384}" type="slidenum">
              <a:rPr lang="en-GB" smtClean="0"/>
              <a:pPr/>
              <a:t>14</a:t>
            </a:fld>
            <a:endParaRPr lang="en-GB" dirty="0"/>
          </a:p>
        </p:txBody>
      </p:sp>
      <p:sp>
        <p:nvSpPr>
          <p:cNvPr id="12" name="TextBox 11">
            <a:extLst>
              <a:ext uri="{FF2B5EF4-FFF2-40B4-BE49-F238E27FC236}">
                <a16:creationId xmlns:a16="http://schemas.microsoft.com/office/drawing/2014/main" id="{074D2A8F-21CB-C51B-8E33-DBFBD7CEBB75}"/>
              </a:ext>
            </a:extLst>
          </p:cNvPr>
          <p:cNvSpPr txBox="1"/>
          <p:nvPr/>
        </p:nvSpPr>
        <p:spPr>
          <a:xfrm>
            <a:off x="1458930" y="219585"/>
            <a:ext cx="9313148" cy="584775"/>
          </a:xfrm>
          <a:prstGeom prst="rect">
            <a:avLst/>
          </a:prstGeom>
          <a:noFill/>
        </p:spPr>
        <p:txBody>
          <a:bodyPr wrap="square" rtlCol="0">
            <a:spAutoFit/>
          </a:bodyPr>
          <a:lstStyle/>
          <a:p>
            <a:pPr algn="ctr"/>
            <a:r>
              <a:rPr lang="en-US" sz="3200" dirty="0"/>
              <a:t>Recommendations for Tomorrow’s CS Grad</a:t>
            </a:r>
          </a:p>
        </p:txBody>
      </p:sp>
      <p:sp>
        <p:nvSpPr>
          <p:cNvPr id="3" name="TextBox 2">
            <a:extLst>
              <a:ext uri="{FF2B5EF4-FFF2-40B4-BE49-F238E27FC236}">
                <a16:creationId xmlns:a16="http://schemas.microsoft.com/office/drawing/2014/main" id="{C1231B10-B27B-BE75-621F-A7E3B837BABF}"/>
              </a:ext>
            </a:extLst>
          </p:cNvPr>
          <p:cNvSpPr txBox="1"/>
          <p:nvPr/>
        </p:nvSpPr>
        <p:spPr>
          <a:xfrm>
            <a:off x="388627" y="1073021"/>
            <a:ext cx="10993748" cy="5078313"/>
          </a:xfrm>
          <a:prstGeom prst="rect">
            <a:avLst/>
          </a:prstGeom>
          <a:noFill/>
        </p:spPr>
        <p:txBody>
          <a:bodyPr wrap="square" rtlCol="0">
            <a:spAutoFit/>
          </a:bodyPr>
          <a:lstStyle/>
          <a:p>
            <a:pPr marL="285750" indent="-285750">
              <a:buFont typeface="Arial" panose="020B0604020202020204" pitchFamily="34" charset="0"/>
              <a:buChar char="•"/>
            </a:pPr>
            <a:r>
              <a:rPr lang="en-US" dirty="0"/>
              <a:t>Ask yourself today, do I like this major? This field?</a:t>
            </a:r>
          </a:p>
          <a:p>
            <a:pPr marL="285750" indent="-285750">
              <a:buFont typeface="Arial" panose="020B0604020202020204" pitchFamily="34" charset="0"/>
              <a:buChar char="•"/>
            </a:pPr>
            <a:r>
              <a:rPr lang="en-US" dirty="0"/>
              <a:t>Ask yourself today, how much more schooling do I want (Masters? PhD?) </a:t>
            </a:r>
          </a:p>
          <a:p>
            <a:pPr marL="285750" indent="-285750">
              <a:buFont typeface="Arial" panose="020B0604020202020204" pitchFamily="34" charset="0"/>
              <a:buChar char="•"/>
            </a:pPr>
            <a:r>
              <a:rPr lang="en-US" dirty="0"/>
              <a:t>Use your connections and don’t be ashamed of it</a:t>
            </a:r>
          </a:p>
          <a:p>
            <a:pPr marL="285750" indent="-285750">
              <a:buFont typeface="Arial" panose="020B0604020202020204" pitchFamily="34" charset="0"/>
              <a:buChar char="•"/>
            </a:pPr>
            <a:r>
              <a:rPr lang="en-US" dirty="0"/>
              <a:t>Get a summer internship and start the process soon, for many Juniors it might already be too late</a:t>
            </a:r>
          </a:p>
          <a:p>
            <a:pPr marL="285750" indent="-285750">
              <a:buFont typeface="Arial" panose="020B0604020202020204" pitchFamily="34" charset="0"/>
              <a:buChar char="•"/>
            </a:pPr>
            <a:r>
              <a:rPr lang="en-US" dirty="0"/>
              <a:t>Be professional, look nice, groom yourself, look at your background in your video call set up</a:t>
            </a:r>
          </a:p>
          <a:p>
            <a:pPr marL="285750" indent="-285750">
              <a:buFont typeface="Arial" panose="020B0604020202020204" pitchFamily="34" charset="0"/>
              <a:buChar char="•"/>
            </a:pPr>
            <a:r>
              <a:rPr lang="en-US" dirty="0"/>
              <a:t>If you do an in person interview take it up a notch, suit and tie, haircut, fragrance</a:t>
            </a:r>
          </a:p>
          <a:p>
            <a:pPr marL="285750" indent="-285750">
              <a:buFont typeface="Arial" panose="020B0604020202020204" pitchFamily="34" charset="0"/>
              <a:buChar char="•"/>
            </a:pPr>
            <a:r>
              <a:rPr lang="en-US" dirty="0"/>
              <a:t>Know something about the company you’re interviewing for, know your job description</a:t>
            </a:r>
          </a:p>
          <a:p>
            <a:pPr marL="285750" indent="-285750">
              <a:buFont typeface="Arial" panose="020B0604020202020204" pitchFamily="34" charset="0"/>
              <a:buChar char="•"/>
            </a:pPr>
            <a:r>
              <a:rPr lang="en-US" dirty="0"/>
              <a:t>Highlight your ability to work with others, almost no one wants to hear “I like to work alone”</a:t>
            </a:r>
          </a:p>
          <a:p>
            <a:pPr marL="285750" indent="-285750">
              <a:buFont typeface="Arial" panose="020B0604020202020204" pitchFamily="34" charset="0"/>
              <a:buChar char="•"/>
            </a:pPr>
            <a:r>
              <a:rPr lang="en-US" dirty="0"/>
              <a:t>Don’t be afraid to say “I don’t know that but it sounds interesting and I’d love to dive into that”</a:t>
            </a:r>
          </a:p>
          <a:p>
            <a:pPr marL="285750" indent="-285750">
              <a:buFont typeface="Arial" panose="020B0604020202020204" pitchFamily="34" charset="0"/>
              <a:buChar char="•"/>
            </a:pPr>
            <a:r>
              <a:rPr lang="en-US" dirty="0"/>
              <a:t>Self train - many jobs expect / desire experience but you cannot gain experience without getting a job…</a:t>
            </a:r>
          </a:p>
          <a:p>
            <a:pPr marL="285750" indent="-285750">
              <a:buFont typeface="Arial" panose="020B0604020202020204" pitchFamily="34" charset="0"/>
              <a:buChar char="•"/>
            </a:pPr>
            <a:r>
              <a:rPr lang="en-US" dirty="0"/>
              <a:t>Do not get complacent at your first job, make yourself as indispensable as possible, raise your hand, learn from anyone you can</a:t>
            </a:r>
          </a:p>
          <a:p>
            <a:pPr marL="285750" indent="-285750">
              <a:buFont typeface="Arial" panose="020B0604020202020204" pitchFamily="34" charset="0"/>
              <a:buChar char="•"/>
            </a:pPr>
            <a:r>
              <a:rPr lang="en-US" dirty="0"/>
              <a:t>Stay positive, stay vigilant, interview often, don’t be afraid to bail on a bad situation</a:t>
            </a:r>
          </a:p>
          <a:p>
            <a:pPr marL="285750" indent="-285750">
              <a:buFont typeface="Arial" panose="020B0604020202020204" pitchFamily="34" charset="0"/>
              <a:buChar char="•"/>
            </a:pPr>
            <a:r>
              <a:rPr lang="en-US" dirty="0"/>
              <a:t>Don’t be afraid to pay $$ for help (head hunters, resume reviewers, certifications, </a:t>
            </a:r>
            <a:r>
              <a:rPr lang="en-US" dirty="0" err="1"/>
              <a:t>etc</a:t>
            </a:r>
            <a:r>
              <a:rPr lang="en-US" dirty="0"/>
              <a:t>)</a:t>
            </a:r>
          </a:p>
          <a:p>
            <a:pPr marL="285750" indent="-285750">
              <a:buFont typeface="Arial" panose="020B0604020202020204" pitchFamily="34" charset="0"/>
              <a:buChar char="•"/>
            </a:pPr>
            <a:r>
              <a:rPr lang="en-US" dirty="0"/>
              <a:t>Don’t be afraid of rejection, one of our core DevOps principles at Thrivent is “Fail Fast”</a:t>
            </a:r>
          </a:p>
          <a:p>
            <a:pPr marL="285750" indent="-285750">
              <a:buFont typeface="Arial" panose="020B0604020202020204" pitchFamily="34" charset="0"/>
              <a:buChar char="•"/>
            </a:pPr>
            <a:r>
              <a:rPr lang="en-US" dirty="0"/>
              <a:t>Learn something from every company that chooses not to hire you, follow up with questions asking what you could have done to been their top candidate</a:t>
            </a:r>
          </a:p>
          <a:p>
            <a:pPr marL="285750" indent="-285750">
              <a:buFont typeface="Arial" panose="020B0604020202020204" pitchFamily="34" charset="0"/>
              <a:buChar char="•"/>
            </a:pPr>
            <a:r>
              <a:rPr lang="en-US" dirty="0"/>
              <a:t>Embrace AI! (more on this later)</a:t>
            </a:r>
          </a:p>
        </p:txBody>
      </p:sp>
    </p:spTree>
    <p:extLst>
      <p:ext uri="{BB962C8B-B14F-4D97-AF65-F5344CB8AC3E}">
        <p14:creationId xmlns:p14="http://schemas.microsoft.com/office/powerpoint/2010/main" val="892352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0BB3E-E837-BCEF-55BF-24DC5DEAB0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CFBC36-DC81-E7CA-E738-E16EC9595A5F}"/>
              </a:ext>
            </a:extLst>
          </p:cNvPr>
          <p:cNvSpPr>
            <a:spLocks noGrp="1"/>
          </p:cNvSpPr>
          <p:nvPr>
            <p:ph type="sldNum" sz="quarter" idx="12"/>
          </p:nvPr>
        </p:nvSpPr>
        <p:spPr/>
        <p:txBody>
          <a:bodyPr/>
          <a:lstStyle/>
          <a:p>
            <a:fld id="{C01D6077-7623-46CE-922B-5B1B61F10384}" type="slidenum">
              <a:rPr lang="en-GB" smtClean="0"/>
              <a:pPr/>
              <a:t>15</a:t>
            </a:fld>
            <a:endParaRPr lang="en-GB" dirty="0"/>
          </a:p>
        </p:txBody>
      </p:sp>
      <p:sp>
        <p:nvSpPr>
          <p:cNvPr id="12" name="TextBox 11">
            <a:extLst>
              <a:ext uri="{FF2B5EF4-FFF2-40B4-BE49-F238E27FC236}">
                <a16:creationId xmlns:a16="http://schemas.microsoft.com/office/drawing/2014/main" id="{D38D0B19-1264-BCDD-24AF-62EEFDC94A45}"/>
              </a:ext>
            </a:extLst>
          </p:cNvPr>
          <p:cNvSpPr txBox="1"/>
          <p:nvPr/>
        </p:nvSpPr>
        <p:spPr>
          <a:xfrm>
            <a:off x="1458929" y="219585"/>
            <a:ext cx="10222707" cy="461665"/>
          </a:xfrm>
          <a:prstGeom prst="rect">
            <a:avLst/>
          </a:prstGeom>
          <a:noFill/>
        </p:spPr>
        <p:txBody>
          <a:bodyPr wrap="square" rtlCol="0">
            <a:spAutoFit/>
          </a:bodyPr>
          <a:lstStyle/>
          <a:p>
            <a:pPr algn="ctr"/>
            <a:r>
              <a:rPr lang="en-US" sz="2400" dirty="0"/>
              <a:t>What Assets Would a CEO Say are Most Important to their Company?</a:t>
            </a:r>
          </a:p>
        </p:txBody>
      </p:sp>
      <p:sp>
        <p:nvSpPr>
          <p:cNvPr id="5" name="TextBox 4">
            <a:extLst>
              <a:ext uri="{FF2B5EF4-FFF2-40B4-BE49-F238E27FC236}">
                <a16:creationId xmlns:a16="http://schemas.microsoft.com/office/drawing/2014/main" id="{6B0133E2-0B20-47E7-F73E-979A58AB3B05}"/>
              </a:ext>
            </a:extLst>
          </p:cNvPr>
          <p:cNvSpPr txBox="1"/>
          <p:nvPr/>
        </p:nvSpPr>
        <p:spPr>
          <a:xfrm>
            <a:off x="388627" y="1073021"/>
            <a:ext cx="10993748" cy="1200329"/>
          </a:xfrm>
          <a:prstGeom prst="rect">
            <a:avLst/>
          </a:prstGeom>
          <a:noFill/>
        </p:spPr>
        <p:txBody>
          <a:bodyPr wrap="square" rtlCol="0">
            <a:spAutoFit/>
          </a:bodyPr>
          <a:lstStyle/>
          <a:p>
            <a:r>
              <a:rPr lang="en-US" dirty="0"/>
              <a:t>Context: Corporate America / Fortune 500 type companies – IT heavy operations. What would a CEO fear most to lose?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Guesses?</a:t>
            </a:r>
          </a:p>
        </p:txBody>
      </p:sp>
    </p:spTree>
    <p:extLst>
      <p:ext uri="{BB962C8B-B14F-4D97-AF65-F5344CB8AC3E}">
        <p14:creationId xmlns:p14="http://schemas.microsoft.com/office/powerpoint/2010/main" val="321263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57954-85C3-F5D5-1CAF-38BC848A7E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3F9E2D-0379-D920-1A27-6BE5788E05A1}"/>
              </a:ext>
            </a:extLst>
          </p:cNvPr>
          <p:cNvSpPr>
            <a:spLocks noGrp="1"/>
          </p:cNvSpPr>
          <p:nvPr>
            <p:ph type="sldNum" sz="quarter" idx="12"/>
          </p:nvPr>
        </p:nvSpPr>
        <p:spPr/>
        <p:txBody>
          <a:bodyPr/>
          <a:lstStyle/>
          <a:p>
            <a:fld id="{C01D6077-7623-46CE-922B-5B1B61F10384}" type="slidenum">
              <a:rPr lang="en-GB" smtClean="0"/>
              <a:pPr/>
              <a:t>16</a:t>
            </a:fld>
            <a:endParaRPr lang="en-GB" dirty="0"/>
          </a:p>
        </p:txBody>
      </p:sp>
      <p:sp>
        <p:nvSpPr>
          <p:cNvPr id="12" name="TextBox 11">
            <a:extLst>
              <a:ext uri="{FF2B5EF4-FFF2-40B4-BE49-F238E27FC236}">
                <a16:creationId xmlns:a16="http://schemas.microsoft.com/office/drawing/2014/main" id="{D0B00246-C85A-1D18-619F-65C537E30E0E}"/>
              </a:ext>
            </a:extLst>
          </p:cNvPr>
          <p:cNvSpPr txBox="1"/>
          <p:nvPr/>
        </p:nvSpPr>
        <p:spPr>
          <a:xfrm>
            <a:off x="1458929" y="219585"/>
            <a:ext cx="10222707" cy="461665"/>
          </a:xfrm>
          <a:prstGeom prst="rect">
            <a:avLst/>
          </a:prstGeom>
          <a:noFill/>
        </p:spPr>
        <p:txBody>
          <a:bodyPr wrap="square" rtlCol="0">
            <a:spAutoFit/>
          </a:bodyPr>
          <a:lstStyle/>
          <a:p>
            <a:pPr algn="ctr"/>
            <a:r>
              <a:rPr lang="en-US" sz="2400" dirty="0"/>
              <a:t>What Assets Would a CEO Say are Most Important to their Company?</a:t>
            </a:r>
          </a:p>
        </p:txBody>
      </p:sp>
      <p:sp>
        <p:nvSpPr>
          <p:cNvPr id="5" name="TextBox 4">
            <a:extLst>
              <a:ext uri="{FF2B5EF4-FFF2-40B4-BE49-F238E27FC236}">
                <a16:creationId xmlns:a16="http://schemas.microsoft.com/office/drawing/2014/main" id="{FEB621D7-BE0D-8139-34FC-56F6CB64069C}"/>
              </a:ext>
            </a:extLst>
          </p:cNvPr>
          <p:cNvSpPr txBox="1"/>
          <p:nvPr/>
        </p:nvSpPr>
        <p:spPr>
          <a:xfrm>
            <a:off x="388627" y="1073021"/>
            <a:ext cx="10993748" cy="2031325"/>
          </a:xfrm>
          <a:prstGeom prst="rect">
            <a:avLst/>
          </a:prstGeom>
          <a:noFill/>
        </p:spPr>
        <p:txBody>
          <a:bodyPr wrap="square" rtlCol="0">
            <a:spAutoFit/>
          </a:bodyPr>
          <a:lstStyle/>
          <a:p>
            <a:r>
              <a:rPr lang="en-US" dirty="0"/>
              <a:t>In My Opinion I think #3 is:</a:t>
            </a:r>
          </a:p>
          <a:p>
            <a:pPr marL="285750" indent="-285750">
              <a:buFont typeface="Arial" panose="020B0604020202020204" pitchFamily="34" charset="0"/>
              <a:buChar char="•"/>
            </a:pPr>
            <a:endParaRPr lang="en-US" dirty="0"/>
          </a:p>
          <a:p>
            <a:r>
              <a:rPr lang="en-US" dirty="0"/>
              <a:t>3. Their People</a:t>
            </a:r>
          </a:p>
          <a:p>
            <a:endParaRPr lang="en-US" dirty="0"/>
          </a:p>
          <a:p>
            <a:r>
              <a:rPr lang="en-US" dirty="0"/>
              <a:t>They will tell everyone that can listen “The most important thing at my company is the employees” but don’t believe it, people are easily replaced especially at a larger company.  I’ve seen it over and over and I know I’m getting to be more and more expendable and more and more expensive the older I get…</a:t>
            </a:r>
          </a:p>
        </p:txBody>
      </p:sp>
    </p:spTree>
    <p:extLst>
      <p:ext uri="{BB962C8B-B14F-4D97-AF65-F5344CB8AC3E}">
        <p14:creationId xmlns:p14="http://schemas.microsoft.com/office/powerpoint/2010/main" val="701549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F168-EC23-99F8-7262-0795D347F0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4CA5FB-4A31-85DD-30F1-E81D404033FD}"/>
              </a:ext>
            </a:extLst>
          </p:cNvPr>
          <p:cNvSpPr>
            <a:spLocks noGrp="1"/>
          </p:cNvSpPr>
          <p:nvPr>
            <p:ph type="sldNum" sz="quarter" idx="12"/>
          </p:nvPr>
        </p:nvSpPr>
        <p:spPr/>
        <p:txBody>
          <a:bodyPr/>
          <a:lstStyle/>
          <a:p>
            <a:fld id="{C01D6077-7623-46CE-922B-5B1B61F10384}" type="slidenum">
              <a:rPr lang="en-GB" smtClean="0"/>
              <a:pPr/>
              <a:t>17</a:t>
            </a:fld>
            <a:endParaRPr lang="en-GB" dirty="0"/>
          </a:p>
        </p:txBody>
      </p:sp>
      <p:sp>
        <p:nvSpPr>
          <p:cNvPr id="12" name="TextBox 11">
            <a:extLst>
              <a:ext uri="{FF2B5EF4-FFF2-40B4-BE49-F238E27FC236}">
                <a16:creationId xmlns:a16="http://schemas.microsoft.com/office/drawing/2014/main" id="{88821637-2D3E-DD97-ED3C-D6BF93A05180}"/>
              </a:ext>
            </a:extLst>
          </p:cNvPr>
          <p:cNvSpPr txBox="1"/>
          <p:nvPr/>
        </p:nvSpPr>
        <p:spPr>
          <a:xfrm>
            <a:off x="1458929" y="219585"/>
            <a:ext cx="10222707" cy="461665"/>
          </a:xfrm>
          <a:prstGeom prst="rect">
            <a:avLst/>
          </a:prstGeom>
          <a:noFill/>
        </p:spPr>
        <p:txBody>
          <a:bodyPr wrap="square" rtlCol="0">
            <a:spAutoFit/>
          </a:bodyPr>
          <a:lstStyle/>
          <a:p>
            <a:pPr algn="ctr"/>
            <a:r>
              <a:rPr lang="en-US" sz="2400" dirty="0"/>
              <a:t>What Assets Would a CEO Say are Most Important to their Company?</a:t>
            </a:r>
          </a:p>
        </p:txBody>
      </p:sp>
      <p:sp>
        <p:nvSpPr>
          <p:cNvPr id="5" name="TextBox 4">
            <a:extLst>
              <a:ext uri="{FF2B5EF4-FFF2-40B4-BE49-F238E27FC236}">
                <a16:creationId xmlns:a16="http://schemas.microsoft.com/office/drawing/2014/main" id="{9745F04E-FCF7-6CC3-9794-27FB98C6AA33}"/>
              </a:ext>
            </a:extLst>
          </p:cNvPr>
          <p:cNvSpPr txBox="1"/>
          <p:nvPr/>
        </p:nvSpPr>
        <p:spPr>
          <a:xfrm>
            <a:off x="388627" y="1073021"/>
            <a:ext cx="10993748" cy="2308324"/>
          </a:xfrm>
          <a:prstGeom prst="rect">
            <a:avLst/>
          </a:prstGeom>
          <a:noFill/>
        </p:spPr>
        <p:txBody>
          <a:bodyPr wrap="square" rtlCol="0">
            <a:spAutoFit/>
          </a:bodyPr>
          <a:lstStyle/>
          <a:p>
            <a:r>
              <a:rPr lang="en-US" dirty="0"/>
              <a:t>In My Opinion I think #2 is:</a:t>
            </a:r>
          </a:p>
          <a:p>
            <a:pPr marL="285750" indent="-285750">
              <a:buFont typeface="Arial" panose="020B0604020202020204" pitchFamily="34" charset="0"/>
              <a:buChar char="•"/>
            </a:pPr>
            <a:endParaRPr lang="en-US" dirty="0"/>
          </a:p>
          <a:p>
            <a:r>
              <a:rPr lang="en-US" dirty="0"/>
              <a:t>2. Their Code</a:t>
            </a:r>
          </a:p>
          <a:p>
            <a:endParaRPr lang="en-US" dirty="0"/>
          </a:p>
          <a:p>
            <a:r>
              <a:rPr lang="en-US" dirty="0"/>
              <a:t>After all their employees I think an IT Heavy company CEO would fear losing all their code that was built over their existence, but I still think this is not the top fear. Companies can still rebuild much of what was there before and with distributed applications and cloud-based source code control this has been less of a cause of fear than it used to be.</a:t>
            </a:r>
          </a:p>
        </p:txBody>
      </p:sp>
    </p:spTree>
    <p:extLst>
      <p:ext uri="{BB962C8B-B14F-4D97-AF65-F5344CB8AC3E}">
        <p14:creationId xmlns:p14="http://schemas.microsoft.com/office/powerpoint/2010/main" val="200806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02AC3-2C54-A390-BFA7-589E58F335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B59216-8B30-5350-38E6-91F1F966D005}"/>
              </a:ext>
            </a:extLst>
          </p:cNvPr>
          <p:cNvSpPr>
            <a:spLocks noGrp="1"/>
          </p:cNvSpPr>
          <p:nvPr>
            <p:ph type="sldNum" sz="quarter" idx="12"/>
          </p:nvPr>
        </p:nvSpPr>
        <p:spPr/>
        <p:txBody>
          <a:bodyPr/>
          <a:lstStyle/>
          <a:p>
            <a:fld id="{C01D6077-7623-46CE-922B-5B1B61F10384}" type="slidenum">
              <a:rPr lang="en-GB" smtClean="0"/>
              <a:pPr/>
              <a:t>18</a:t>
            </a:fld>
            <a:endParaRPr lang="en-GB" dirty="0"/>
          </a:p>
        </p:txBody>
      </p:sp>
      <p:sp>
        <p:nvSpPr>
          <p:cNvPr id="12" name="TextBox 11">
            <a:extLst>
              <a:ext uri="{FF2B5EF4-FFF2-40B4-BE49-F238E27FC236}">
                <a16:creationId xmlns:a16="http://schemas.microsoft.com/office/drawing/2014/main" id="{7B66E183-0AA8-8E04-10A2-7E2F225C0AD7}"/>
              </a:ext>
            </a:extLst>
          </p:cNvPr>
          <p:cNvSpPr txBox="1"/>
          <p:nvPr/>
        </p:nvSpPr>
        <p:spPr>
          <a:xfrm>
            <a:off x="1458929" y="219585"/>
            <a:ext cx="10222707" cy="461665"/>
          </a:xfrm>
          <a:prstGeom prst="rect">
            <a:avLst/>
          </a:prstGeom>
          <a:noFill/>
        </p:spPr>
        <p:txBody>
          <a:bodyPr wrap="square" rtlCol="0">
            <a:spAutoFit/>
          </a:bodyPr>
          <a:lstStyle/>
          <a:p>
            <a:pPr algn="ctr"/>
            <a:r>
              <a:rPr lang="en-US" sz="2400" dirty="0"/>
              <a:t>What Assets Would a CEO Say are Most Important to their Company?</a:t>
            </a:r>
          </a:p>
        </p:txBody>
      </p:sp>
      <p:sp>
        <p:nvSpPr>
          <p:cNvPr id="5" name="TextBox 4">
            <a:extLst>
              <a:ext uri="{FF2B5EF4-FFF2-40B4-BE49-F238E27FC236}">
                <a16:creationId xmlns:a16="http://schemas.microsoft.com/office/drawing/2014/main" id="{8B3D10F9-5E56-20AA-B3EC-D9A1A51F4444}"/>
              </a:ext>
            </a:extLst>
          </p:cNvPr>
          <p:cNvSpPr txBox="1"/>
          <p:nvPr/>
        </p:nvSpPr>
        <p:spPr>
          <a:xfrm>
            <a:off x="388627" y="1073021"/>
            <a:ext cx="10993748" cy="3139321"/>
          </a:xfrm>
          <a:prstGeom prst="rect">
            <a:avLst/>
          </a:prstGeom>
          <a:noFill/>
        </p:spPr>
        <p:txBody>
          <a:bodyPr wrap="square" rtlCol="0">
            <a:spAutoFit/>
          </a:bodyPr>
          <a:lstStyle/>
          <a:p>
            <a:r>
              <a:rPr lang="en-US" dirty="0"/>
              <a:t>In My Opinion I think #1 is:</a:t>
            </a:r>
          </a:p>
          <a:p>
            <a:pPr marL="285750" indent="-285750">
              <a:buFont typeface="Arial" panose="020B0604020202020204" pitchFamily="34" charset="0"/>
              <a:buChar char="•"/>
            </a:pPr>
            <a:endParaRPr lang="en-US" dirty="0"/>
          </a:p>
          <a:p>
            <a:r>
              <a:rPr lang="en-US" dirty="0"/>
              <a:t>1. Their Data</a:t>
            </a:r>
          </a:p>
          <a:p>
            <a:endParaRPr lang="en-US" dirty="0"/>
          </a:p>
          <a:p>
            <a:r>
              <a:rPr lang="en-US" dirty="0"/>
              <a:t>I think nothing gives a CEO nightmares more than massive internal data loss or data breach/leak. Things such customer lists, financial data, proprietary intellectual property, </a:t>
            </a:r>
            <a:r>
              <a:rPr lang="en-US" dirty="0" err="1"/>
              <a:t>historicals</a:t>
            </a:r>
            <a:r>
              <a:rPr lang="en-US" dirty="0"/>
              <a:t>, internal emails / communications, call logs, everything that the company has amassed over time and used to make their fortune.</a:t>
            </a:r>
          </a:p>
          <a:p>
            <a:endParaRPr lang="en-US" dirty="0"/>
          </a:p>
          <a:p>
            <a:r>
              <a:rPr lang="en-US" dirty="0"/>
              <a:t>I bring this up despite it’s depressing outlook because I think it’s important to understand where the lower level employees fits in the grand scheme of things. </a:t>
            </a:r>
          </a:p>
        </p:txBody>
      </p:sp>
    </p:spTree>
    <p:extLst>
      <p:ext uri="{BB962C8B-B14F-4D97-AF65-F5344CB8AC3E}">
        <p14:creationId xmlns:p14="http://schemas.microsoft.com/office/powerpoint/2010/main" val="4162161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F1F0A-B2E6-2AF1-8EB3-9A2140D913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DFAC94-5B51-8544-F8F6-E49661021D34}"/>
              </a:ext>
            </a:extLst>
          </p:cNvPr>
          <p:cNvSpPr>
            <a:spLocks noGrp="1"/>
          </p:cNvSpPr>
          <p:nvPr>
            <p:ph type="sldNum" sz="quarter" idx="12"/>
          </p:nvPr>
        </p:nvSpPr>
        <p:spPr/>
        <p:txBody>
          <a:bodyPr/>
          <a:lstStyle/>
          <a:p>
            <a:fld id="{C01D6077-7623-46CE-922B-5B1B61F10384}" type="slidenum">
              <a:rPr lang="en-GB" smtClean="0"/>
              <a:pPr/>
              <a:t>19</a:t>
            </a:fld>
            <a:endParaRPr lang="en-GB" dirty="0"/>
          </a:p>
        </p:txBody>
      </p:sp>
      <p:sp>
        <p:nvSpPr>
          <p:cNvPr id="12" name="TextBox 11">
            <a:extLst>
              <a:ext uri="{FF2B5EF4-FFF2-40B4-BE49-F238E27FC236}">
                <a16:creationId xmlns:a16="http://schemas.microsoft.com/office/drawing/2014/main" id="{2F6DBBEA-4EBC-CDA5-8718-269C93CDDBFB}"/>
              </a:ext>
            </a:extLst>
          </p:cNvPr>
          <p:cNvSpPr txBox="1"/>
          <p:nvPr/>
        </p:nvSpPr>
        <p:spPr>
          <a:xfrm>
            <a:off x="1458930" y="219585"/>
            <a:ext cx="9313148" cy="584775"/>
          </a:xfrm>
          <a:prstGeom prst="rect">
            <a:avLst/>
          </a:prstGeom>
          <a:noFill/>
        </p:spPr>
        <p:txBody>
          <a:bodyPr wrap="square" rtlCol="0">
            <a:spAutoFit/>
          </a:bodyPr>
          <a:lstStyle/>
          <a:p>
            <a:pPr algn="ctr"/>
            <a:r>
              <a:rPr lang="en-US" sz="3200" dirty="0"/>
              <a:t>What are the Top 3 Things you should learn?</a:t>
            </a:r>
          </a:p>
        </p:txBody>
      </p:sp>
      <p:sp>
        <p:nvSpPr>
          <p:cNvPr id="5" name="TextBox 4">
            <a:extLst>
              <a:ext uri="{FF2B5EF4-FFF2-40B4-BE49-F238E27FC236}">
                <a16:creationId xmlns:a16="http://schemas.microsoft.com/office/drawing/2014/main" id="{2B9DAE16-20F5-5393-16CD-DEF2E322296B}"/>
              </a:ext>
            </a:extLst>
          </p:cNvPr>
          <p:cNvSpPr txBox="1"/>
          <p:nvPr/>
        </p:nvSpPr>
        <p:spPr>
          <a:xfrm>
            <a:off x="388627" y="1073021"/>
            <a:ext cx="10993748" cy="4801314"/>
          </a:xfrm>
          <a:prstGeom prst="rect">
            <a:avLst/>
          </a:prstGeom>
          <a:noFill/>
        </p:spPr>
        <p:txBody>
          <a:bodyPr wrap="square" rtlCol="0">
            <a:spAutoFit/>
          </a:bodyPr>
          <a:lstStyle/>
          <a:p>
            <a:r>
              <a:rPr lang="en-US" dirty="0"/>
              <a:t>Will skip the guesses</a:t>
            </a:r>
          </a:p>
          <a:p>
            <a:endParaRPr lang="en-US" dirty="0"/>
          </a:p>
          <a:p>
            <a:r>
              <a:rPr lang="en-US" dirty="0"/>
              <a:t>#3 – Cloud Computing</a:t>
            </a:r>
          </a:p>
          <a:p>
            <a:endParaRPr lang="en-US" dirty="0"/>
          </a:p>
          <a:p>
            <a:r>
              <a:rPr lang="en-US" dirty="0"/>
              <a:t>Every company that has some advancement in IT is using the cloud in some way. Even thru the use of cloud based services like </a:t>
            </a:r>
            <a:r>
              <a:rPr lang="en-US" dirty="0" err="1"/>
              <a:t>github</a:t>
            </a:r>
            <a:r>
              <a:rPr lang="en-US" dirty="0"/>
              <a:t>, </a:t>
            </a:r>
            <a:r>
              <a:rPr lang="en-US" dirty="0" err="1"/>
              <a:t>moodle</a:t>
            </a:r>
            <a:r>
              <a:rPr lang="en-US" dirty="0"/>
              <a:t>, </a:t>
            </a:r>
            <a:r>
              <a:rPr lang="en-US" dirty="0" err="1"/>
              <a:t>touchnet</a:t>
            </a:r>
            <a:r>
              <a:rPr lang="en-US" dirty="0"/>
              <a:t>, banner, </a:t>
            </a:r>
            <a:r>
              <a:rPr lang="en-US" dirty="0" err="1"/>
              <a:t>etc</a:t>
            </a:r>
            <a:r>
              <a:rPr lang="en-US" dirty="0"/>
              <a:t> are often hosted in the cloud.</a:t>
            </a:r>
          </a:p>
          <a:p>
            <a:endParaRPr lang="en-US" dirty="0"/>
          </a:p>
          <a:p>
            <a:r>
              <a:rPr lang="en-US" dirty="0"/>
              <a:t>While data centers are still very entrenched many companies are seeking to replace their data centers entirely or reduce their hardware footprint via migrations to cloud. Thrivent is currently on this path.</a:t>
            </a:r>
          </a:p>
          <a:p>
            <a:endParaRPr lang="en-US" dirty="0"/>
          </a:p>
          <a:p>
            <a:r>
              <a:rPr lang="en-US" dirty="0"/>
              <a:t>The AWS us-east-1 outage did not put much of a dent in this.</a:t>
            </a:r>
          </a:p>
          <a:p>
            <a:endParaRPr lang="en-US" dirty="0"/>
          </a:p>
          <a:p>
            <a:r>
              <a:rPr lang="en-US" dirty="0"/>
              <a:t>AWS in my opinion is one of the easier cloud providers to learn as a student, you can get many “free tier” services. After that I think learning Azure is not a bad idea especially if you love Windows OS. I have no experience with GCP other than a painful app connection to their Contacts service.</a:t>
            </a:r>
            <a:br>
              <a:rPr lang="en-US" dirty="0"/>
            </a:br>
            <a:br>
              <a:rPr lang="en-US" dirty="0"/>
            </a:br>
            <a:r>
              <a:rPr lang="en-US" dirty="0"/>
              <a:t>https://</a:t>
            </a:r>
            <a:r>
              <a:rPr lang="en-US" dirty="0" err="1"/>
              <a:t>aws.amazon.com</a:t>
            </a:r>
            <a:r>
              <a:rPr lang="en-US" dirty="0"/>
              <a:t>/free/ </a:t>
            </a:r>
          </a:p>
        </p:txBody>
      </p:sp>
    </p:spTree>
    <p:extLst>
      <p:ext uri="{BB962C8B-B14F-4D97-AF65-F5344CB8AC3E}">
        <p14:creationId xmlns:p14="http://schemas.microsoft.com/office/powerpoint/2010/main" val="982691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72E8C-24A7-594B-942F-E6E4396DC62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4774B3-C8C5-4419-209B-AB1966A2CA80}"/>
              </a:ext>
            </a:extLst>
          </p:cNvPr>
          <p:cNvSpPr>
            <a:spLocks noGrp="1"/>
          </p:cNvSpPr>
          <p:nvPr>
            <p:ph type="sldNum" sz="quarter" idx="12"/>
          </p:nvPr>
        </p:nvSpPr>
        <p:spPr/>
        <p:txBody>
          <a:bodyPr/>
          <a:lstStyle/>
          <a:p>
            <a:fld id="{C01D6077-7623-46CE-922B-5B1B61F10384}" type="slidenum">
              <a:rPr lang="en-GB" smtClean="0"/>
              <a:pPr/>
              <a:t>20</a:t>
            </a:fld>
            <a:endParaRPr lang="en-GB" dirty="0"/>
          </a:p>
        </p:txBody>
      </p:sp>
      <p:sp>
        <p:nvSpPr>
          <p:cNvPr id="12" name="TextBox 11">
            <a:extLst>
              <a:ext uri="{FF2B5EF4-FFF2-40B4-BE49-F238E27FC236}">
                <a16:creationId xmlns:a16="http://schemas.microsoft.com/office/drawing/2014/main" id="{07B9C0DB-311F-E1E0-232C-C935D685C431}"/>
              </a:ext>
            </a:extLst>
          </p:cNvPr>
          <p:cNvSpPr txBox="1"/>
          <p:nvPr/>
        </p:nvSpPr>
        <p:spPr>
          <a:xfrm>
            <a:off x="1458930" y="219585"/>
            <a:ext cx="9313148" cy="584775"/>
          </a:xfrm>
          <a:prstGeom prst="rect">
            <a:avLst/>
          </a:prstGeom>
          <a:noFill/>
        </p:spPr>
        <p:txBody>
          <a:bodyPr wrap="square" rtlCol="0">
            <a:spAutoFit/>
          </a:bodyPr>
          <a:lstStyle/>
          <a:p>
            <a:pPr algn="ctr"/>
            <a:r>
              <a:rPr lang="en-US" sz="3200" dirty="0"/>
              <a:t>What are the Top 3 Things you should learn?</a:t>
            </a:r>
          </a:p>
        </p:txBody>
      </p:sp>
      <p:sp>
        <p:nvSpPr>
          <p:cNvPr id="5" name="TextBox 4">
            <a:extLst>
              <a:ext uri="{FF2B5EF4-FFF2-40B4-BE49-F238E27FC236}">
                <a16:creationId xmlns:a16="http://schemas.microsoft.com/office/drawing/2014/main" id="{6C90C086-87D6-A446-9F38-3B2068BFE8D8}"/>
              </a:ext>
            </a:extLst>
          </p:cNvPr>
          <p:cNvSpPr txBox="1"/>
          <p:nvPr/>
        </p:nvSpPr>
        <p:spPr>
          <a:xfrm>
            <a:off x="388627" y="1073021"/>
            <a:ext cx="10993748" cy="4801314"/>
          </a:xfrm>
          <a:prstGeom prst="rect">
            <a:avLst/>
          </a:prstGeom>
          <a:noFill/>
        </p:spPr>
        <p:txBody>
          <a:bodyPr wrap="square" rtlCol="0">
            <a:spAutoFit/>
          </a:bodyPr>
          <a:lstStyle/>
          <a:p>
            <a:r>
              <a:rPr lang="en-US" dirty="0"/>
              <a:t>#2 – AI</a:t>
            </a:r>
          </a:p>
          <a:p>
            <a:endParaRPr lang="en-US" dirty="0"/>
          </a:p>
          <a:p>
            <a:r>
              <a:rPr lang="en-US" dirty="0"/>
              <a:t>I bet you expected this to be #1 but I think it’s a close race but for me I still have this behind one other item.</a:t>
            </a:r>
          </a:p>
          <a:p>
            <a:endParaRPr lang="en-US" dirty="0"/>
          </a:p>
          <a:p>
            <a:r>
              <a:rPr lang="en-US" dirty="0"/>
              <a:t>Every company that has some advancement in IT is trying to figure out how to use AI in some way. It’s so bad it’s getting </a:t>
            </a:r>
            <a:r>
              <a:rPr lang="en-US" dirty="0" err="1"/>
              <a:t>meme’d</a:t>
            </a:r>
            <a:r>
              <a:rPr lang="en-US" dirty="0"/>
              <a:t>.  CEOs are hearing all sorts of crazy about how AI will replace workforce, accelerate development, find new business. If you disagree with my CEO’s take on how valuable their employees are, consider how AI is being used to consider workforce reduction…</a:t>
            </a:r>
          </a:p>
          <a:p>
            <a:endParaRPr lang="en-US" dirty="0"/>
          </a:p>
          <a:p>
            <a:r>
              <a:rPr lang="en-US" dirty="0"/>
              <a:t>AI is actually quite amazing. And IMHO it’s your worst enemy AND your best friend.</a:t>
            </a:r>
          </a:p>
          <a:p>
            <a:endParaRPr lang="en-US" dirty="0"/>
          </a:p>
          <a:p>
            <a:r>
              <a:rPr lang="en-US" dirty="0"/>
              <a:t>Every interview will likely ask you something about how you use AI and your views on it.  Every interviewer will likely expect that you know how to prompt.</a:t>
            </a:r>
          </a:p>
          <a:p>
            <a:endParaRPr lang="en-US" dirty="0"/>
          </a:p>
          <a:p>
            <a:r>
              <a:rPr lang="en-US" dirty="0"/>
              <a:t>What companies struggle with is finding people that know how to build an application in AI that is able to use item #1 on the list of the CEO’s most important things, their company’s proprietary and secret data. LEARN THIS: How can I train AI models on non-public data…</a:t>
            </a:r>
          </a:p>
        </p:txBody>
      </p:sp>
    </p:spTree>
    <p:extLst>
      <p:ext uri="{BB962C8B-B14F-4D97-AF65-F5344CB8AC3E}">
        <p14:creationId xmlns:p14="http://schemas.microsoft.com/office/powerpoint/2010/main" val="484213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79558-898D-F761-4502-FEDB55C51B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29B102-109C-40C4-31BF-A562875EA013}"/>
              </a:ext>
            </a:extLst>
          </p:cNvPr>
          <p:cNvSpPr>
            <a:spLocks noGrp="1"/>
          </p:cNvSpPr>
          <p:nvPr>
            <p:ph type="sldNum" sz="quarter" idx="12"/>
          </p:nvPr>
        </p:nvSpPr>
        <p:spPr/>
        <p:txBody>
          <a:bodyPr/>
          <a:lstStyle/>
          <a:p>
            <a:fld id="{C01D6077-7623-46CE-922B-5B1B61F10384}" type="slidenum">
              <a:rPr lang="en-GB" smtClean="0"/>
              <a:pPr/>
              <a:t>21</a:t>
            </a:fld>
            <a:endParaRPr lang="en-GB" dirty="0"/>
          </a:p>
        </p:txBody>
      </p:sp>
      <p:sp>
        <p:nvSpPr>
          <p:cNvPr id="12" name="TextBox 11">
            <a:extLst>
              <a:ext uri="{FF2B5EF4-FFF2-40B4-BE49-F238E27FC236}">
                <a16:creationId xmlns:a16="http://schemas.microsoft.com/office/drawing/2014/main" id="{2BA7AA51-C960-DCDF-D049-3BC085263AA8}"/>
              </a:ext>
            </a:extLst>
          </p:cNvPr>
          <p:cNvSpPr txBox="1"/>
          <p:nvPr/>
        </p:nvSpPr>
        <p:spPr>
          <a:xfrm>
            <a:off x="1458930" y="219585"/>
            <a:ext cx="9313148" cy="584775"/>
          </a:xfrm>
          <a:prstGeom prst="rect">
            <a:avLst/>
          </a:prstGeom>
          <a:noFill/>
        </p:spPr>
        <p:txBody>
          <a:bodyPr wrap="square" rtlCol="0">
            <a:spAutoFit/>
          </a:bodyPr>
          <a:lstStyle/>
          <a:p>
            <a:pPr algn="ctr"/>
            <a:r>
              <a:rPr lang="en-US" sz="3200" dirty="0"/>
              <a:t>What are the Top 3 Things you should learn?</a:t>
            </a:r>
          </a:p>
        </p:txBody>
      </p:sp>
      <p:sp>
        <p:nvSpPr>
          <p:cNvPr id="5" name="TextBox 4">
            <a:extLst>
              <a:ext uri="{FF2B5EF4-FFF2-40B4-BE49-F238E27FC236}">
                <a16:creationId xmlns:a16="http://schemas.microsoft.com/office/drawing/2014/main" id="{AF3926A9-86C7-CDF9-7CC7-737CB0135701}"/>
              </a:ext>
            </a:extLst>
          </p:cNvPr>
          <p:cNvSpPr txBox="1"/>
          <p:nvPr/>
        </p:nvSpPr>
        <p:spPr>
          <a:xfrm>
            <a:off x="388627" y="1073021"/>
            <a:ext cx="10993748" cy="4247317"/>
          </a:xfrm>
          <a:prstGeom prst="rect">
            <a:avLst/>
          </a:prstGeom>
          <a:noFill/>
        </p:spPr>
        <p:txBody>
          <a:bodyPr wrap="square" rtlCol="0">
            <a:spAutoFit/>
          </a:bodyPr>
          <a:lstStyle/>
          <a:p>
            <a:r>
              <a:rPr lang="en-US" dirty="0"/>
              <a:t>#1 – Git</a:t>
            </a:r>
          </a:p>
          <a:p>
            <a:endParaRPr lang="en-US" dirty="0"/>
          </a:p>
          <a:p>
            <a:r>
              <a:rPr lang="en-US" dirty="0"/>
              <a:t>Every job you will apply to that isn’t run out of someone’s basement (and even some of those) will expect you to know how to manage your code. This single skill is relatively easy to pick up, difficult to master, and is probably one of the quickest ways to get on the good side of a technical interview because coding is now a team activity and git is the de-facto standard for managing code at scale.</a:t>
            </a:r>
          </a:p>
          <a:p>
            <a:endParaRPr lang="en-US" dirty="0"/>
          </a:p>
          <a:p>
            <a:r>
              <a:rPr lang="en-US" dirty="0"/>
              <a:t>Jr / Associate programmers will be learning a lot of tools, languages, skillsets, etc. and the expectation is not that you will be a rock star programmer at a specific language, but that you can actually manage your code. </a:t>
            </a:r>
          </a:p>
          <a:p>
            <a:endParaRPr lang="en-US" dirty="0"/>
          </a:p>
          <a:p>
            <a:r>
              <a:rPr lang="en-US" dirty="0"/>
              <a:t>GitHub provides a student access to GitHub Education – take advantage while you can:</a:t>
            </a:r>
            <a:br>
              <a:rPr lang="en-US" dirty="0"/>
            </a:br>
            <a:r>
              <a:rPr lang="en-US" dirty="0"/>
              <a:t>https://</a:t>
            </a:r>
            <a:r>
              <a:rPr lang="en-US" dirty="0" err="1"/>
              <a:t>github.com</a:t>
            </a:r>
            <a:r>
              <a:rPr lang="en-US" dirty="0"/>
              <a:t>/education</a:t>
            </a:r>
          </a:p>
          <a:p>
            <a:endParaRPr lang="en-US" dirty="0"/>
          </a:p>
          <a:p>
            <a:r>
              <a:rPr lang="en-US" dirty="0"/>
              <a:t>To really stand out, look into GitHub Actions for automation of activities based on events in coding lifecycle. </a:t>
            </a:r>
          </a:p>
        </p:txBody>
      </p:sp>
    </p:spTree>
    <p:extLst>
      <p:ext uri="{BB962C8B-B14F-4D97-AF65-F5344CB8AC3E}">
        <p14:creationId xmlns:p14="http://schemas.microsoft.com/office/powerpoint/2010/main" val="3728251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ADFBE-766C-0E24-4716-88597CA1974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C4F1E2-B40B-95F9-DFBA-C4717CB06609}"/>
              </a:ext>
            </a:extLst>
          </p:cNvPr>
          <p:cNvSpPr>
            <a:spLocks noGrp="1"/>
          </p:cNvSpPr>
          <p:nvPr>
            <p:ph type="sldNum" sz="quarter" idx="12"/>
          </p:nvPr>
        </p:nvSpPr>
        <p:spPr/>
        <p:txBody>
          <a:bodyPr/>
          <a:lstStyle/>
          <a:p>
            <a:fld id="{C01D6077-7623-46CE-922B-5B1B61F10384}" type="slidenum">
              <a:rPr lang="en-GB" smtClean="0"/>
              <a:pPr/>
              <a:t>22</a:t>
            </a:fld>
            <a:endParaRPr lang="en-GB" dirty="0"/>
          </a:p>
        </p:txBody>
      </p:sp>
      <p:sp>
        <p:nvSpPr>
          <p:cNvPr id="12" name="TextBox 11">
            <a:extLst>
              <a:ext uri="{FF2B5EF4-FFF2-40B4-BE49-F238E27FC236}">
                <a16:creationId xmlns:a16="http://schemas.microsoft.com/office/drawing/2014/main" id="{5149D6F9-81CF-10E9-913D-4AB898FCADE2}"/>
              </a:ext>
            </a:extLst>
          </p:cNvPr>
          <p:cNvSpPr txBox="1"/>
          <p:nvPr/>
        </p:nvSpPr>
        <p:spPr>
          <a:xfrm>
            <a:off x="1458930" y="219585"/>
            <a:ext cx="9313148" cy="584775"/>
          </a:xfrm>
          <a:prstGeom prst="rect">
            <a:avLst/>
          </a:prstGeom>
          <a:noFill/>
        </p:spPr>
        <p:txBody>
          <a:bodyPr wrap="square" rtlCol="0">
            <a:spAutoFit/>
          </a:bodyPr>
          <a:lstStyle/>
          <a:p>
            <a:pPr algn="ctr"/>
            <a:r>
              <a:rPr lang="en-US" sz="3200" dirty="0"/>
              <a:t>AWS Bedrock Demo</a:t>
            </a:r>
          </a:p>
        </p:txBody>
      </p:sp>
      <p:sp>
        <p:nvSpPr>
          <p:cNvPr id="3" name="TextBox 2">
            <a:extLst>
              <a:ext uri="{FF2B5EF4-FFF2-40B4-BE49-F238E27FC236}">
                <a16:creationId xmlns:a16="http://schemas.microsoft.com/office/drawing/2014/main" id="{AFFD70A0-5575-2B9F-A605-5BDA51EAC360}"/>
              </a:ext>
            </a:extLst>
          </p:cNvPr>
          <p:cNvSpPr txBox="1"/>
          <p:nvPr/>
        </p:nvSpPr>
        <p:spPr>
          <a:xfrm>
            <a:off x="388627" y="1073021"/>
            <a:ext cx="1099374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This was an agentic AI nightmare I wrapped up around midnight last night, but it really only should’ve taken 15 minutes.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Submitting to classroom via </a:t>
            </a:r>
            <a:r>
              <a:rPr lang="en-US" dirty="0" err="1"/>
              <a:t>github</a:t>
            </a:r>
            <a:r>
              <a:rPr lang="en-US" dirty="0"/>
              <a:t> as no time left…</a:t>
            </a:r>
          </a:p>
        </p:txBody>
      </p:sp>
    </p:spTree>
    <p:extLst>
      <p:ext uri="{BB962C8B-B14F-4D97-AF65-F5344CB8AC3E}">
        <p14:creationId xmlns:p14="http://schemas.microsoft.com/office/powerpoint/2010/main" val="3928563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566E4-BA7D-DEE1-92AA-8199F498E4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63727C-6FCC-C480-CE9A-16E524BDD630}"/>
              </a:ext>
            </a:extLst>
          </p:cNvPr>
          <p:cNvSpPr>
            <a:spLocks noGrp="1"/>
          </p:cNvSpPr>
          <p:nvPr>
            <p:ph type="sldNum" sz="quarter" idx="12"/>
          </p:nvPr>
        </p:nvSpPr>
        <p:spPr/>
        <p:txBody>
          <a:bodyPr/>
          <a:lstStyle/>
          <a:p>
            <a:fld id="{C01D6077-7623-46CE-922B-5B1B61F10384}" type="slidenum">
              <a:rPr lang="en-GB" smtClean="0"/>
              <a:pPr/>
              <a:t>23</a:t>
            </a:fld>
            <a:endParaRPr lang="en-GB" dirty="0"/>
          </a:p>
        </p:txBody>
      </p:sp>
      <p:sp>
        <p:nvSpPr>
          <p:cNvPr id="12" name="TextBox 11">
            <a:extLst>
              <a:ext uri="{FF2B5EF4-FFF2-40B4-BE49-F238E27FC236}">
                <a16:creationId xmlns:a16="http://schemas.microsoft.com/office/drawing/2014/main" id="{A2C5D4C7-B2E7-C65F-BEA6-72C043B151D1}"/>
              </a:ext>
            </a:extLst>
          </p:cNvPr>
          <p:cNvSpPr txBox="1"/>
          <p:nvPr/>
        </p:nvSpPr>
        <p:spPr>
          <a:xfrm>
            <a:off x="1458930" y="219585"/>
            <a:ext cx="9313148" cy="584775"/>
          </a:xfrm>
          <a:prstGeom prst="rect">
            <a:avLst/>
          </a:prstGeom>
          <a:noFill/>
        </p:spPr>
        <p:txBody>
          <a:bodyPr wrap="square" rtlCol="0">
            <a:spAutoFit/>
          </a:bodyPr>
          <a:lstStyle/>
          <a:p>
            <a:pPr algn="ctr"/>
            <a:r>
              <a:rPr lang="en-US" sz="3200" dirty="0"/>
              <a:t>Class Submitted Questions</a:t>
            </a:r>
          </a:p>
        </p:txBody>
      </p:sp>
      <p:sp>
        <p:nvSpPr>
          <p:cNvPr id="3" name="TextBox 2">
            <a:extLst>
              <a:ext uri="{FF2B5EF4-FFF2-40B4-BE49-F238E27FC236}">
                <a16:creationId xmlns:a16="http://schemas.microsoft.com/office/drawing/2014/main" id="{CE28D13C-E46A-8B4C-6662-6268E0829041}"/>
              </a:ext>
            </a:extLst>
          </p:cNvPr>
          <p:cNvSpPr txBox="1"/>
          <p:nvPr/>
        </p:nvSpPr>
        <p:spPr>
          <a:xfrm>
            <a:off x="388627" y="1073021"/>
            <a:ext cx="10993748" cy="923330"/>
          </a:xfrm>
          <a:prstGeom prst="rect">
            <a:avLst/>
          </a:prstGeom>
          <a:noFill/>
        </p:spPr>
        <p:txBody>
          <a:bodyPr wrap="square" rtlCol="0">
            <a:spAutoFit/>
          </a:bodyPr>
          <a:lstStyle/>
          <a:p>
            <a:pPr marL="285750" indent="-285750">
              <a:buFont typeface="Arial" panose="020B0604020202020204" pitchFamily="34" charset="0"/>
              <a:buChar char="•"/>
            </a:pPr>
            <a:r>
              <a:rPr lang="en-US" dirty="0"/>
              <a:t>As time allows, I can email responses to those I don’t get 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Submitting to classroom via </a:t>
            </a:r>
            <a:r>
              <a:rPr lang="en-US" dirty="0" err="1"/>
              <a:t>github</a:t>
            </a:r>
            <a:r>
              <a:rPr lang="en-US" dirty="0"/>
              <a:t> as no time left…</a:t>
            </a:r>
          </a:p>
        </p:txBody>
      </p:sp>
    </p:spTree>
    <p:extLst>
      <p:ext uri="{BB962C8B-B14F-4D97-AF65-F5344CB8AC3E}">
        <p14:creationId xmlns:p14="http://schemas.microsoft.com/office/powerpoint/2010/main" val="1023713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35B2B-753B-60A3-BD79-6C6FC83584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97934E-254A-123D-D2A7-81D8A62E7F50}"/>
              </a:ext>
            </a:extLst>
          </p:cNvPr>
          <p:cNvSpPr>
            <a:spLocks noGrp="1"/>
          </p:cNvSpPr>
          <p:nvPr>
            <p:ph type="sldNum" sz="quarter" idx="12"/>
          </p:nvPr>
        </p:nvSpPr>
        <p:spPr/>
        <p:txBody>
          <a:bodyPr/>
          <a:lstStyle/>
          <a:p>
            <a:fld id="{C01D6077-7623-46CE-922B-5B1B61F10384}" type="slidenum">
              <a:rPr lang="en-GB" smtClean="0"/>
              <a:pPr/>
              <a:t>24</a:t>
            </a:fld>
            <a:endParaRPr lang="en-GB"/>
          </a:p>
        </p:txBody>
      </p:sp>
      <p:sp>
        <p:nvSpPr>
          <p:cNvPr id="12" name="TextBox 11">
            <a:extLst>
              <a:ext uri="{FF2B5EF4-FFF2-40B4-BE49-F238E27FC236}">
                <a16:creationId xmlns:a16="http://schemas.microsoft.com/office/drawing/2014/main" id="{9768B474-AC8A-7564-42F3-29E28B5CE45C}"/>
              </a:ext>
            </a:extLst>
          </p:cNvPr>
          <p:cNvSpPr txBox="1"/>
          <p:nvPr/>
        </p:nvSpPr>
        <p:spPr>
          <a:xfrm>
            <a:off x="1458930" y="219585"/>
            <a:ext cx="9940870" cy="584775"/>
          </a:xfrm>
          <a:prstGeom prst="rect">
            <a:avLst/>
          </a:prstGeom>
          <a:noFill/>
        </p:spPr>
        <p:txBody>
          <a:bodyPr wrap="square" rtlCol="0">
            <a:spAutoFit/>
          </a:bodyPr>
          <a:lstStyle/>
          <a:p>
            <a:pPr algn="ctr"/>
            <a:r>
              <a:rPr lang="en-US" sz="3200" dirty="0"/>
              <a:t>Conclusion</a:t>
            </a:r>
          </a:p>
        </p:txBody>
      </p:sp>
      <p:sp>
        <p:nvSpPr>
          <p:cNvPr id="3" name="TextBox 2">
            <a:extLst>
              <a:ext uri="{FF2B5EF4-FFF2-40B4-BE49-F238E27FC236}">
                <a16:creationId xmlns:a16="http://schemas.microsoft.com/office/drawing/2014/main" id="{32EA9CFB-7B6F-9949-45A0-7EE8214AA8DB}"/>
              </a:ext>
            </a:extLst>
          </p:cNvPr>
          <p:cNvSpPr txBox="1"/>
          <p:nvPr/>
        </p:nvSpPr>
        <p:spPr>
          <a:xfrm>
            <a:off x="388627" y="1073021"/>
            <a:ext cx="10910744" cy="2308324"/>
          </a:xfrm>
          <a:prstGeom prst="rect">
            <a:avLst/>
          </a:prstGeom>
          <a:noFill/>
        </p:spPr>
        <p:txBody>
          <a:bodyPr wrap="square" rtlCol="0">
            <a:spAutoFit/>
          </a:bodyPr>
          <a:lstStyle/>
          <a:p>
            <a:r>
              <a:rPr lang="en-US" dirty="0"/>
              <a:t>Thank you for your time</a:t>
            </a:r>
          </a:p>
          <a:p>
            <a:endParaRPr lang="en-US" dirty="0"/>
          </a:p>
          <a:p>
            <a:r>
              <a:rPr lang="en-US" dirty="0"/>
              <a:t>Don’t hesitate to reach out if you would like to talk more about any of this or Thrivent as a place of employment.</a:t>
            </a:r>
          </a:p>
          <a:p>
            <a:endParaRPr lang="en-US" dirty="0"/>
          </a:p>
          <a:p>
            <a:r>
              <a:rPr lang="en-US" dirty="0"/>
              <a:t>LinkedIn: https://</a:t>
            </a:r>
            <a:r>
              <a:rPr lang="en-US" dirty="0" err="1"/>
              <a:t>www.linkedin.com</a:t>
            </a:r>
            <a:r>
              <a:rPr lang="en-US" dirty="0"/>
              <a:t>/in/josh-trutwin-aa188b3/</a:t>
            </a:r>
          </a:p>
          <a:p>
            <a:endParaRPr lang="en-US" dirty="0"/>
          </a:p>
          <a:p>
            <a:r>
              <a:rPr lang="en-US" dirty="0" err="1"/>
              <a:t>jtrutwin@gmail.com</a:t>
            </a:r>
            <a:r>
              <a:rPr lang="en-US" dirty="0"/>
              <a:t> </a:t>
            </a:r>
          </a:p>
        </p:txBody>
      </p:sp>
    </p:spTree>
    <p:extLst>
      <p:ext uri="{BB962C8B-B14F-4D97-AF65-F5344CB8AC3E}">
        <p14:creationId xmlns:p14="http://schemas.microsoft.com/office/powerpoint/2010/main" val="1805868540"/>
      </p:ext>
    </p:extLst>
  </p:cSld>
  <p:clrMapOvr>
    <a:masterClrMapping/>
  </p:clrMapOvr>
</p:sld>
</file>

<file path=ppt/theme/theme1.xml><?xml version="1.0" encoding="utf-8"?>
<a:theme xmlns:a="http://schemas.openxmlformats.org/drawingml/2006/main" name="Thrivent - White">
  <a:themeElements>
    <a:clrScheme name="Thrivent TB">
      <a:dk1>
        <a:srgbClr val="000000"/>
      </a:dk1>
      <a:lt1>
        <a:srgbClr val="FFFFFF"/>
      </a:lt1>
      <a:dk2>
        <a:srgbClr val="000000"/>
      </a:dk2>
      <a:lt2>
        <a:srgbClr val="F2F2F2"/>
      </a:lt2>
      <a:accent1>
        <a:srgbClr val="C7AB75"/>
      </a:accent1>
      <a:accent2>
        <a:srgbClr val="2E66FF"/>
      </a:accent2>
      <a:accent3>
        <a:srgbClr val="F4633A"/>
      </a:accent3>
      <a:accent4>
        <a:srgbClr val="00F3B3"/>
      </a:accent4>
      <a:accent5>
        <a:srgbClr val="FFAA8D"/>
      </a:accent5>
      <a:accent6>
        <a:srgbClr val="9482FF"/>
      </a:accent6>
      <a:hlink>
        <a:srgbClr val="000499"/>
      </a:hlink>
      <a:folHlink>
        <a:srgbClr val="F2F0A1"/>
      </a:folHlink>
    </a:clrScheme>
    <a:fontScheme name="Thrivent - Baskerville Arial">
      <a:majorFont>
        <a:latin typeface="Baskerville Old Face"/>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ck">
      <a:srgbClr val="000000"/>
    </a:custClr>
    <a:custClr name="White">
      <a:srgbClr val="FFFFFF"/>
    </a:custClr>
    <a:custClr name="5 percent black">
      <a:srgbClr val="F2F2F2"/>
    </a:custClr>
    <a:custClr name="Thrivent Dark Red">
      <a:srgbClr val="BE1D3D"/>
    </a:custClr>
    <a:custClr name="Thrivent Light Red">
      <a:srgbClr val="E30045"/>
    </a:custClr>
    <a:custClr name="Thrivent Gold">
      <a:srgbClr val="C7AB75"/>
    </a:custClr>
    <a:custClr name="Cream">
      <a:srgbClr val="F2F0A1"/>
    </a:custClr>
    <a:custClr name="Coral">
      <a:srgbClr val="F4633A"/>
    </a:custClr>
    <a:custClr name="Peach">
      <a:srgbClr val="FAAA8D"/>
    </a:custClr>
    <a:custClr name="Lavender">
      <a:srgbClr val="DDD8EC"/>
    </a:custClr>
    <a:custClr name="Purple">
      <a:srgbClr val="9482FF"/>
    </a:custClr>
    <a:custClr name="Dark Blue">
      <a:srgbClr val="000499"/>
    </a:custClr>
    <a:custClr name="Blue">
      <a:srgbClr val="2E66FF"/>
    </a:custClr>
    <a:custClr name="Soft Blue">
      <a:srgbClr val="BFD3E6"/>
    </a:custClr>
    <a:custClr name="Mint">
      <a:srgbClr val="00F3B3"/>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rivent - Soft White">
  <a:themeElements>
    <a:clrScheme name="Thrivent TB">
      <a:dk1>
        <a:srgbClr val="000000"/>
      </a:dk1>
      <a:lt1>
        <a:srgbClr val="FFFFFF"/>
      </a:lt1>
      <a:dk2>
        <a:srgbClr val="000000"/>
      </a:dk2>
      <a:lt2>
        <a:srgbClr val="F2F2F2"/>
      </a:lt2>
      <a:accent1>
        <a:srgbClr val="C7AB75"/>
      </a:accent1>
      <a:accent2>
        <a:srgbClr val="2E66FF"/>
      </a:accent2>
      <a:accent3>
        <a:srgbClr val="F4633A"/>
      </a:accent3>
      <a:accent4>
        <a:srgbClr val="00F3B3"/>
      </a:accent4>
      <a:accent5>
        <a:srgbClr val="FFAA8D"/>
      </a:accent5>
      <a:accent6>
        <a:srgbClr val="9482FF"/>
      </a:accent6>
      <a:hlink>
        <a:srgbClr val="000499"/>
      </a:hlink>
      <a:folHlink>
        <a:srgbClr val="F2F0A1"/>
      </a:folHlink>
    </a:clrScheme>
    <a:fontScheme name="Thrivent - Baskerville Arial">
      <a:majorFont>
        <a:latin typeface="Baskerville Old Face"/>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ck">
      <a:srgbClr val="000000"/>
    </a:custClr>
    <a:custClr name="White">
      <a:srgbClr val="FFFFFF"/>
    </a:custClr>
    <a:custClr name="5 percent black">
      <a:srgbClr val="F2F2F2"/>
    </a:custClr>
    <a:custClr name="Thrivent Dark Red">
      <a:srgbClr val="BE1D3D"/>
    </a:custClr>
    <a:custClr name="Thrivent Light Red">
      <a:srgbClr val="E30045"/>
    </a:custClr>
    <a:custClr name="Thrivent Gold">
      <a:srgbClr val="C7AB75"/>
    </a:custClr>
    <a:custClr name="Cream">
      <a:srgbClr val="F2F0A1"/>
    </a:custClr>
    <a:custClr name="Coral">
      <a:srgbClr val="F4633A"/>
    </a:custClr>
    <a:custClr name="Peach">
      <a:srgbClr val="FAAA8D"/>
    </a:custClr>
    <a:custClr name="Lavender">
      <a:srgbClr val="DDD8EC"/>
    </a:custClr>
    <a:custClr name="Purple">
      <a:srgbClr val="9482FF"/>
    </a:custClr>
    <a:custClr name="Dark Blue">
      <a:srgbClr val="000499"/>
    </a:custClr>
    <a:custClr name="Blue">
      <a:srgbClr val="2E66FF"/>
    </a:custClr>
    <a:custClr name="Soft Blue">
      <a:srgbClr val="BFD3E6"/>
    </a:custClr>
    <a:custClr name="Mint">
      <a:srgbClr val="00F3B3"/>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rivent - Dark">
  <a:themeElements>
    <a:clrScheme name="Thrivent TB">
      <a:dk1>
        <a:srgbClr val="000000"/>
      </a:dk1>
      <a:lt1>
        <a:srgbClr val="FFFFFF"/>
      </a:lt1>
      <a:dk2>
        <a:srgbClr val="000000"/>
      </a:dk2>
      <a:lt2>
        <a:srgbClr val="F2F2F2"/>
      </a:lt2>
      <a:accent1>
        <a:srgbClr val="C7AB75"/>
      </a:accent1>
      <a:accent2>
        <a:srgbClr val="2E66FF"/>
      </a:accent2>
      <a:accent3>
        <a:srgbClr val="F4633A"/>
      </a:accent3>
      <a:accent4>
        <a:srgbClr val="00F3B3"/>
      </a:accent4>
      <a:accent5>
        <a:srgbClr val="FFAA8D"/>
      </a:accent5>
      <a:accent6>
        <a:srgbClr val="9482FF"/>
      </a:accent6>
      <a:hlink>
        <a:srgbClr val="000499"/>
      </a:hlink>
      <a:folHlink>
        <a:srgbClr val="F2F0A1"/>
      </a:folHlink>
    </a:clrScheme>
    <a:fontScheme name="Thrivent - Baskerville Arial">
      <a:majorFont>
        <a:latin typeface="Baskerville Old Face"/>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ck">
      <a:srgbClr val="000000"/>
    </a:custClr>
    <a:custClr name="White">
      <a:srgbClr val="FFFFFF"/>
    </a:custClr>
    <a:custClr name="5 percent black">
      <a:srgbClr val="F2F2F2"/>
    </a:custClr>
    <a:custClr name="Thrivent Dark Red">
      <a:srgbClr val="BE1D3D"/>
    </a:custClr>
    <a:custClr name="Thrivent Light Red">
      <a:srgbClr val="E30045"/>
    </a:custClr>
    <a:custClr name="Thrivent Gold">
      <a:srgbClr val="C7AB75"/>
    </a:custClr>
    <a:custClr name="Cream">
      <a:srgbClr val="F2F0A1"/>
    </a:custClr>
    <a:custClr name="Coral">
      <a:srgbClr val="F4633A"/>
    </a:custClr>
    <a:custClr name="Peach">
      <a:srgbClr val="FAAA8D"/>
    </a:custClr>
    <a:custClr name="Lavender">
      <a:srgbClr val="DDD8EC"/>
    </a:custClr>
    <a:custClr name="Purple">
      <a:srgbClr val="9482FF"/>
    </a:custClr>
    <a:custClr name="Dark Blue">
      <a:srgbClr val="000499"/>
    </a:custClr>
    <a:custClr name="Blue">
      <a:srgbClr val="2E66FF"/>
    </a:custClr>
    <a:custClr name="Soft Blue">
      <a:srgbClr val="BFD3E6"/>
    </a:custClr>
    <a:custClr name="Mint">
      <a:srgbClr val="00F3B3"/>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ck">
      <a:srgbClr val="000000"/>
    </a:custClr>
    <a:custClr name="White">
      <a:srgbClr val="FFFFFF"/>
    </a:custClr>
    <a:custClr name="5 percent black">
      <a:srgbClr val="F2F2F2"/>
    </a:custClr>
    <a:custClr name="Thrivent Dark Red">
      <a:srgbClr val="BE1D3D"/>
    </a:custClr>
    <a:custClr name="Thrivent Light Red">
      <a:srgbClr val="E30045"/>
    </a:custClr>
    <a:custClr name="Thrivent Gold">
      <a:srgbClr val="C7AB75"/>
    </a:custClr>
    <a:custClr name="Cream">
      <a:srgbClr val="F2F0A1"/>
    </a:custClr>
    <a:custClr name="Coral">
      <a:srgbClr val="F4633A"/>
    </a:custClr>
    <a:custClr name="Peach">
      <a:srgbClr val="FAAA8D"/>
    </a:custClr>
    <a:custClr name="Lavender">
      <a:srgbClr val="DDD8EC"/>
    </a:custClr>
    <a:custClr name="Purple">
      <a:srgbClr val="9482FF"/>
    </a:custClr>
    <a:custClr name="Dark Blue">
      <a:srgbClr val="000499"/>
    </a:custClr>
    <a:custClr name="Blue">
      <a:srgbClr val="2E66FF"/>
    </a:custClr>
    <a:custClr name="Soft Blue">
      <a:srgbClr val="BFD3E6"/>
    </a:custClr>
    <a:custClr name="Mint">
      <a:srgbClr val="00F3B3"/>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35203</TotalTime>
  <Words>3622</Words>
  <Application>Microsoft Macintosh PowerPoint</Application>
  <PresentationFormat>Widescreen</PresentationFormat>
  <Paragraphs>243</Paragraphs>
  <Slides>24</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24</vt:i4>
      </vt:variant>
    </vt:vector>
  </HeadingPairs>
  <TitlesOfParts>
    <vt:vector size="30" baseType="lpstr">
      <vt:lpstr>Aptos</vt:lpstr>
      <vt:lpstr>Arial</vt:lpstr>
      <vt:lpstr>Baskerville Old Face</vt:lpstr>
      <vt:lpstr>Thrivent - White</vt:lpstr>
      <vt:lpstr>Thrivent - Soft White</vt:lpstr>
      <vt:lpstr>Thrivent - Dark</vt:lpstr>
      <vt:lpstr>Software Engineering Class Presentation 2025/11/11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Sarita Walsh</dc:creator>
  <cp:lastModifiedBy>Josh Trutwin</cp:lastModifiedBy>
  <cp:revision>611</cp:revision>
  <dcterms:created xsi:type="dcterms:W3CDTF">2019-11-15T17:43:35Z</dcterms:created>
  <dcterms:modified xsi:type="dcterms:W3CDTF">2025-11-17T22:05:43Z</dcterms:modified>
</cp:coreProperties>
</file>